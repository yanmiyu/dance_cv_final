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Lst>
  <p:sldSz cx="36576000" cy="27432000"/>
  <p:notesSz cx="6858000" cy="9144000"/>
  <p:embeddedFontLst>
    <p:embeddedFont>
      <p:font typeface="Open Sans"/>
      <p:regular r:id="rId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pos="11520" userDrawn="1">
          <p15:clr>
            <a:srgbClr val="A4A3A4"/>
          </p15:clr>
        </p15:guide>
        <p15:guide id="2" orient="horz" pos="86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pos="11520"/>
        <p:guide orient="horz" pos="8640"/>
      </p:guideLst>
    </p:cSldViewPr>
  </p:slide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4" name="Google Shape;4;n"/>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5" name="Google Shape;5;n"/>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09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09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09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09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09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09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09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09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090" b="0" i="0" u="none" strike="noStrike" cap="none">
                <a:solidFill>
                  <a:schemeClr val="dk1"/>
                </a:solidFill>
                <a:latin typeface="Calibri"/>
                <a:ea typeface="Calibri"/>
                <a:cs typeface="Calibri"/>
                <a:sym typeface="Calibri"/>
              </a:defRPr>
            </a:lvl9pPr>
          </a:lstStyle>
          <a:p/>
        </p:txBody>
      </p:sp>
      <p:sp>
        <p:nvSpPr>
          <p:cNvPr id="7" name="Google Shape;7;n"/>
          <p:cNvSpPr txBox="1"/>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8" name="Google Shape;8;n"/>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CA" sz="1200" b="0" i="0" u="none" strike="noStrike" cap="none">
                <a:solidFill>
                  <a:schemeClr val="dk1"/>
                </a:solidFill>
                <a:latin typeface="Calibri"/>
                <a:ea typeface="Calibri"/>
                <a:cs typeface="Calibri"/>
                <a:sym typeface="Calibri"/>
              </a:rPr>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4" name="Shape 84"/>
        <p:cNvGrpSpPr/>
        <p:nvPr/>
      </p:nvGrpSpPr>
      <p:grpSpPr>
        <a:xfrm>
          <a:off x="0" y="0"/>
          <a:ext cx="0" cy="0"/>
          <a:chOff x="0" y="0"/>
          <a:chExt cx="0" cy="0"/>
        </a:xfrm>
      </p:grpSpPr>
      <p:sp>
        <p:nvSpPr>
          <p:cNvPr id="85" name="Google Shape;85;g39a8306dd57_0_6: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39a8306dd57_0_6: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7" name="Google Shape;87;g39a8306dd57_0_6: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CA"/>
            </a:fld>
            <a:endParaRPr lang="en-CA"/>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5" name="Shape 15"/>
        <p:cNvGrpSpPr/>
        <p:nvPr/>
      </p:nvGrpSpPr>
      <p:grpSpPr>
        <a:xfrm>
          <a:off x="0" y="0"/>
          <a:ext cx="0" cy="0"/>
          <a:chOff x="0" y="0"/>
          <a:chExt cx="0" cy="0"/>
        </a:xfrm>
      </p:grpSpPr>
      <p:sp>
        <p:nvSpPr>
          <p:cNvPr id="16" name="Google Shape;16;p2"/>
          <p:cNvSpPr txBox="1"/>
          <p:nvPr>
            <p:ph type="dt" idx="10"/>
          </p:nvPr>
        </p:nvSpPr>
        <p:spPr>
          <a:xfrm>
            <a:off x="2514600" y="25425406"/>
            <a:ext cx="8229600" cy="14605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type="ftr" idx="11"/>
          </p:nvPr>
        </p:nvSpPr>
        <p:spPr>
          <a:xfrm>
            <a:off x="12115800" y="25425406"/>
            <a:ext cx="12344400" cy="14605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type="sldNum" idx="12"/>
          </p:nvPr>
        </p:nvSpPr>
        <p:spPr>
          <a:xfrm>
            <a:off x="25831800" y="25425406"/>
            <a:ext cx="8229600" cy="14605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CA"/>
            </a:fld>
            <a:endParaRPr lang="en-C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9" name="Shape 19"/>
        <p:cNvGrpSpPr/>
        <p:nvPr/>
      </p:nvGrpSpPr>
      <p:grpSpPr>
        <a:xfrm>
          <a:off x="0" y="0"/>
          <a:ext cx="0" cy="0"/>
          <a:chOff x="0" y="0"/>
          <a:chExt cx="0" cy="0"/>
        </a:xfrm>
      </p:grpSpPr>
      <p:sp>
        <p:nvSpPr>
          <p:cNvPr id="20" name="Google Shape;20;p3"/>
          <p:cNvSpPr txBox="1"/>
          <p:nvPr>
            <p:ph type="ctrTitle"/>
          </p:nvPr>
        </p:nvSpPr>
        <p:spPr>
          <a:xfrm>
            <a:off x="2743200" y="4489452"/>
            <a:ext cx="31089600" cy="95504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4000"/>
              <a:buFont typeface="Calibri"/>
              <a:buNone/>
              <a:defRPr sz="2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type="subTitle" idx="1"/>
          </p:nvPr>
        </p:nvSpPr>
        <p:spPr>
          <a:xfrm>
            <a:off x="4572000" y="14408152"/>
            <a:ext cx="27432000" cy="6623048"/>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4000"/>
              </a:spcBef>
              <a:spcAft>
                <a:spcPts val="0"/>
              </a:spcAft>
              <a:buClr>
                <a:schemeClr val="dk1"/>
              </a:buClr>
              <a:buSzPts val="9600"/>
              <a:buNone/>
              <a:defRPr sz="9600"/>
            </a:lvl1pPr>
            <a:lvl2pPr lvl="1" algn="ctr">
              <a:lnSpc>
                <a:spcPct val="90000"/>
              </a:lnSpc>
              <a:spcBef>
                <a:spcPts val="2000"/>
              </a:spcBef>
              <a:spcAft>
                <a:spcPts val="0"/>
              </a:spcAft>
              <a:buClr>
                <a:schemeClr val="dk1"/>
              </a:buClr>
              <a:buSzPts val="8000"/>
              <a:buNone/>
              <a:defRPr sz="8000"/>
            </a:lvl2pPr>
            <a:lvl3pPr lvl="2" algn="ctr">
              <a:lnSpc>
                <a:spcPct val="90000"/>
              </a:lnSpc>
              <a:spcBef>
                <a:spcPts val="2000"/>
              </a:spcBef>
              <a:spcAft>
                <a:spcPts val="0"/>
              </a:spcAft>
              <a:buClr>
                <a:schemeClr val="dk1"/>
              </a:buClr>
              <a:buSzPts val="7200"/>
              <a:buNone/>
              <a:defRPr sz="7200"/>
            </a:lvl3pPr>
            <a:lvl4pPr lvl="3" algn="ctr">
              <a:lnSpc>
                <a:spcPct val="90000"/>
              </a:lnSpc>
              <a:spcBef>
                <a:spcPts val="2000"/>
              </a:spcBef>
              <a:spcAft>
                <a:spcPts val="0"/>
              </a:spcAft>
              <a:buClr>
                <a:schemeClr val="dk1"/>
              </a:buClr>
              <a:buSzPts val="6400"/>
              <a:buNone/>
              <a:defRPr sz="6400"/>
            </a:lvl4pPr>
            <a:lvl5pPr lvl="4" algn="ctr">
              <a:lnSpc>
                <a:spcPct val="90000"/>
              </a:lnSpc>
              <a:spcBef>
                <a:spcPts val="2000"/>
              </a:spcBef>
              <a:spcAft>
                <a:spcPts val="0"/>
              </a:spcAft>
              <a:buClr>
                <a:schemeClr val="dk1"/>
              </a:buClr>
              <a:buSzPts val="6400"/>
              <a:buNone/>
              <a:defRPr sz="6400"/>
            </a:lvl5pPr>
            <a:lvl6pPr lvl="5" algn="ctr">
              <a:lnSpc>
                <a:spcPct val="90000"/>
              </a:lnSpc>
              <a:spcBef>
                <a:spcPts val="2000"/>
              </a:spcBef>
              <a:spcAft>
                <a:spcPts val="0"/>
              </a:spcAft>
              <a:buClr>
                <a:schemeClr val="dk1"/>
              </a:buClr>
              <a:buSzPts val="6400"/>
              <a:buNone/>
              <a:defRPr sz="6400"/>
            </a:lvl6pPr>
            <a:lvl7pPr lvl="6" algn="ctr">
              <a:lnSpc>
                <a:spcPct val="90000"/>
              </a:lnSpc>
              <a:spcBef>
                <a:spcPts val="2000"/>
              </a:spcBef>
              <a:spcAft>
                <a:spcPts val="0"/>
              </a:spcAft>
              <a:buClr>
                <a:schemeClr val="dk1"/>
              </a:buClr>
              <a:buSzPts val="6400"/>
              <a:buNone/>
              <a:defRPr sz="6400"/>
            </a:lvl7pPr>
            <a:lvl8pPr lvl="7" algn="ctr">
              <a:lnSpc>
                <a:spcPct val="90000"/>
              </a:lnSpc>
              <a:spcBef>
                <a:spcPts val="2000"/>
              </a:spcBef>
              <a:spcAft>
                <a:spcPts val="0"/>
              </a:spcAft>
              <a:buClr>
                <a:schemeClr val="dk1"/>
              </a:buClr>
              <a:buSzPts val="6400"/>
              <a:buNone/>
              <a:defRPr sz="6400"/>
            </a:lvl8pPr>
            <a:lvl9pPr lvl="8" algn="ctr">
              <a:lnSpc>
                <a:spcPct val="90000"/>
              </a:lnSpc>
              <a:spcBef>
                <a:spcPts val="2000"/>
              </a:spcBef>
              <a:spcAft>
                <a:spcPts val="0"/>
              </a:spcAft>
              <a:buClr>
                <a:schemeClr val="dk1"/>
              </a:buClr>
              <a:buSzPts val="6400"/>
              <a:buNone/>
              <a:defRPr sz="6400"/>
            </a:lvl9pPr>
          </a:lstStyle>
          <a:p/>
        </p:txBody>
      </p:sp>
      <p:sp>
        <p:nvSpPr>
          <p:cNvPr id="22" name="Google Shape;22;p3"/>
          <p:cNvSpPr txBox="1"/>
          <p:nvPr>
            <p:ph type="dt" idx="10"/>
          </p:nvPr>
        </p:nvSpPr>
        <p:spPr>
          <a:xfrm>
            <a:off x="2514600" y="25425406"/>
            <a:ext cx="8229600" cy="14605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type="ftr" idx="11"/>
          </p:nvPr>
        </p:nvSpPr>
        <p:spPr>
          <a:xfrm>
            <a:off x="12115800" y="25425406"/>
            <a:ext cx="12344400" cy="14605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type="sldNum" idx="12"/>
          </p:nvPr>
        </p:nvSpPr>
        <p:spPr>
          <a:xfrm>
            <a:off x="25831800" y="25425406"/>
            <a:ext cx="8229600" cy="14605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CA"/>
            </a:fld>
            <a:endParaRPr lang="en-C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2514600" y="1460506"/>
            <a:ext cx="31546800" cy="530225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type="body" idx="1"/>
          </p:nvPr>
        </p:nvSpPr>
        <p:spPr>
          <a:xfrm>
            <a:off x="2514600" y="7302500"/>
            <a:ext cx="31546800" cy="1740535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000"/>
              </a:spcBef>
              <a:spcAft>
                <a:spcPts val="0"/>
              </a:spcAft>
              <a:buClr>
                <a:schemeClr val="dk1"/>
              </a:buClr>
              <a:buSzPts val="1800"/>
              <a:buChar char="•"/>
              <a:defRPr/>
            </a:lvl1pPr>
            <a:lvl2pPr marL="914400" lvl="1" indent="-342900" algn="l">
              <a:lnSpc>
                <a:spcPct val="90000"/>
              </a:lnSpc>
              <a:spcBef>
                <a:spcPts val="2000"/>
              </a:spcBef>
              <a:spcAft>
                <a:spcPts val="0"/>
              </a:spcAft>
              <a:buClr>
                <a:schemeClr val="dk1"/>
              </a:buClr>
              <a:buSzPts val="1800"/>
              <a:buChar char="•"/>
              <a:defRPr/>
            </a:lvl2pPr>
            <a:lvl3pPr marL="1371600" lvl="2" indent="-342900" algn="l">
              <a:lnSpc>
                <a:spcPct val="90000"/>
              </a:lnSpc>
              <a:spcBef>
                <a:spcPts val="2000"/>
              </a:spcBef>
              <a:spcAft>
                <a:spcPts val="0"/>
              </a:spcAft>
              <a:buClr>
                <a:schemeClr val="dk1"/>
              </a:buClr>
              <a:buSzPts val="1800"/>
              <a:buChar char="•"/>
              <a:defRPr/>
            </a:lvl3pPr>
            <a:lvl4pPr marL="1828800" lvl="3" indent="-342900" algn="l">
              <a:lnSpc>
                <a:spcPct val="90000"/>
              </a:lnSpc>
              <a:spcBef>
                <a:spcPts val="2000"/>
              </a:spcBef>
              <a:spcAft>
                <a:spcPts val="0"/>
              </a:spcAft>
              <a:buClr>
                <a:schemeClr val="dk1"/>
              </a:buClr>
              <a:buSzPts val="1800"/>
              <a:buChar char="•"/>
              <a:defRPr/>
            </a:lvl4pPr>
            <a:lvl5pPr marL="2286000" lvl="4" indent="-342900" algn="l">
              <a:lnSpc>
                <a:spcPct val="90000"/>
              </a:lnSpc>
              <a:spcBef>
                <a:spcPts val="2000"/>
              </a:spcBef>
              <a:spcAft>
                <a:spcPts val="0"/>
              </a:spcAft>
              <a:buClr>
                <a:schemeClr val="dk1"/>
              </a:buClr>
              <a:buSzPts val="1800"/>
              <a:buChar char="•"/>
              <a:defRPr/>
            </a:lvl5pPr>
            <a:lvl6pPr marL="2743200" lvl="5" indent="-342900" algn="l">
              <a:lnSpc>
                <a:spcPct val="90000"/>
              </a:lnSpc>
              <a:spcBef>
                <a:spcPts val="2000"/>
              </a:spcBef>
              <a:spcAft>
                <a:spcPts val="0"/>
              </a:spcAft>
              <a:buClr>
                <a:schemeClr val="dk1"/>
              </a:buClr>
              <a:buSzPts val="1800"/>
              <a:buChar char="•"/>
              <a:defRPr/>
            </a:lvl6pPr>
            <a:lvl7pPr marL="3200400" lvl="6" indent="-342900" algn="l">
              <a:lnSpc>
                <a:spcPct val="90000"/>
              </a:lnSpc>
              <a:spcBef>
                <a:spcPts val="2000"/>
              </a:spcBef>
              <a:spcAft>
                <a:spcPts val="0"/>
              </a:spcAft>
              <a:buClr>
                <a:schemeClr val="dk1"/>
              </a:buClr>
              <a:buSzPts val="1800"/>
              <a:buChar char="•"/>
              <a:defRPr/>
            </a:lvl7pPr>
            <a:lvl8pPr marL="3657600" lvl="7" indent="-342900" algn="l">
              <a:lnSpc>
                <a:spcPct val="90000"/>
              </a:lnSpc>
              <a:spcBef>
                <a:spcPts val="2000"/>
              </a:spcBef>
              <a:spcAft>
                <a:spcPts val="0"/>
              </a:spcAft>
              <a:buClr>
                <a:schemeClr val="dk1"/>
              </a:buClr>
              <a:buSzPts val="1800"/>
              <a:buChar char="•"/>
              <a:defRPr/>
            </a:lvl8pPr>
            <a:lvl9pPr marL="4114800" lvl="8" indent="-342900" algn="l">
              <a:lnSpc>
                <a:spcPct val="90000"/>
              </a:lnSpc>
              <a:spcBef>
                <a:spcPts val="2000"/>
              </a:spcBef>
              <a:spcAft>
                <a:spcPts val="0"/>
              </a:spcAft>
              <a:buClr>
                <a:schemeClr val="dk1"/>
              </a:buClr>
              <a:buSzPts val="1800"/>
              <a:buChar char="•"/>
              <a:defRPr/>
            </a:lvl9pPr>
          </a:lstStyle>
          <a:p/>
        </p:txBody>
      </p:sp>
      <p:sp>
        <p:nvSpPr>
          <p:cNvPr id="28" name="Google Shape;28;p4"/>
          <p:cNvSpPr txBox="1"/>
          <p:nvPr>
            <p:ph type="dt" idx="10"/>
          </p:nvPr>
        </p:nvSpPr>
        <p:spPr>
          <a:xfrm>
            <a:off x="2514600" y="25425406"/>
            <a:ext cx="8229600" cy="14605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type="ftr" idx="11"/>
          </p:nvPr>
        </p:nvSpPr>
        <p:spPr>
          <a:xfrm>
            <a:off x="12115800" y="25425406"/>
            <a:ext cx="12344400" cy="14605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type="sldNum" idx="12"/>
          </p:nvPr>
        </p:nvSpPr>
        <p:spPr>
          <a:xfrm>
            <a:off x="25831800" y="25425406"/>
            <a:ext cx="8229600" cy="14605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CA"/>
            </a:fld>
            <a:endParaRPr lang="en-C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2495552" y="6838958"/>
            <a:ext cx="31546800" cy="1141094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0"/>
              <a:buFont typeface="Calibri"/>
              <a:buNone/>
              <a:defRPr sz="2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type="body" idx="1"/>
          </p:nvPr>
        </p:nvSpPr>
        <p:spPr>
          <a:xfrm>
            <a:off x="2495552" y="18357858"/>
            <a:ext cx="31546800" cy="600074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4000"/>
              </a:spcBef>
              <a:spcAft>
                <a:spcPts val="0"/>
              </a:spcAft>
              <a:buClr>
                <a:schemeClr val="dk1"/>
              </a:buClr>
              <a:buSzPts val="9600"/>
              <a:buNone/>
              <a:defRPr sz="9600">
                <a:solidFill>
                  <a:schemeClr val="dk1"/>
                </a:solidFill>
              </a:defRPr>
            </a:lvl1pPr>
            <a:lvl2pPr marL="914400" lvl="1" indent="-228600" algn="l">
              <a:lnSpc>
                <a:spcPct val="90000"/>
              </a:lnSpc>
              <a:spcBef>
                <a:spcPts val="2000"/>
              </a:spcBef>
              <a:spcAft>
                <a:spcPts val="0"/>
              </a:spcAft>
              <a:buClr>
                <a:srgbClr val="888888"/>
              </a:buClr>
              <a:buSzPts val="8000"/>
              <a:buNone/>
              <a:defRPr sz="8000">
                <a:solidFill>
                  <a:srgbClr val="888888"/>
                </a:solidFill>
              </a:defRPr>
            </a:lvl2pPr>
            <a:lvl3pPr marL="1371600" lvl="2" indent="-228600" algn="l">
              <a:lnSpc>
                <a:spcPct val="90000"/>
              </a:lnSpc>
              <a:spcBef>
                <a:spcPts val="2000"/>
              </a:spcBef>
              <a:spcAft>
                <a:spcPts val="0"/>
              </a:spcAft>
              <a:buClr>
                <a:srgbClr val="888888"/>
              </a:buClr>
              <a:buSzPts val="7200"/>
              <a:buNone/>
              <a:defRPr sz="7200">
                <a:solidFill>
                  <a:srgbClr val="888888"/>
                </a:solidFill>
              </a:defRPr>
            </a:lvl3pPr>
            <a:lvl4pPr marL="1828800" lvl="3" indent="-228600" algn="l">
              <a:lnSpc>
                <a:spcPct val="90000"/>
              </a:lnSpc>
              <a:spcBef>
                <a:spcPts val="2000"/>
              </a:spcBef>
              <a:spcAft>
                <a:spcPts val="0"/>
              </a:spcAft>
              <a:buClr>
                <a:srgbClr val="888888"/>
              </a:buClr>
              <a:buSzPts val="6400"/>
              <a:buNone/>
              <a:defRPr sz="6400">
                <a:solidFill>
                  <a:srgbClr val="888888"/>
                </a:solidFill>
              </a:defRPr>
            </a:lvl4pPr>
            <a:lvl5pPr marL="2286000" lvl="4" indent="-228600" algn="l">
              <a:lnSpc>
                <a:spcPct val="90000"/>
              </a:lnSpc>
              <a:spcBef>
                <a:spcPts val="2000"/>
              </a:spcBef>
              <a:spcAft>
                <a:spcPts val="0"/>
              </a:spcAft>
              <a:buClr>
                <a:srgbClr val="888888"/>
              </a:buClr>
              <a:buSzPts val="6400"/>
              <a:buNone/>
              <a:defRPr sz="6400">
                <a:solidFill>
                  <a:srgbClr val="888888"/>
                </a:solidFill>
              </a:defRPr>
            </a:lvl5pPr>
            <a:lvl6pPr marL="2743200" lvl="5" indent="-228600" algn="l">
              <a:lnSpc>
                <a:spcPct val="90000"/>
              </a:lnSpc>
              <a:spcBef>
                <a:spcPts val="2000"/>
              </a:spcBef>
              <a:spcAft>
                <a:spcPts val="0"/>
              </a:spcAft>
              <a:buClr>
                <a:srgbClr val="888888"/>
              </a:buClr>
              <a:buSzPts val="6400"/>
              <a:buNone/>
              <a:defRPr sz="6400">
                <a:solidFill>
                  <a:srgbClr val="888888"/>
                </a:solidFill>
              </a:defRPr>
            </a:lvl6pPr>
            <a:lvl7pPr marL="3200400" lvl="6" indent="-228600" algn="l">
              <a:lnSpc>
                <a:spcPct val="90000"/>
              </a:lnSpc>
              <a:spcBef>
                <a:spcPts val="2000"/>
              </a:spcBef>
              <a:spcAft>
                <a:spcPts val="0"/>
              </a:spcAft>
              <a:buClr>
                <a:srgbClr val="888888"/>
              </a:buClr>
              <a:buSzPts val="6400"/>
              <a:buNone/>
              <a:defRPr sz="6400">
                <a:solidFill>
                  <a:srgbClr val="888888"/>
                </a:solidFill>
              </a:defRPr>
            </a:lvl7pPr>
            <a:lvl8pPr marL="3657600" lvl="7" indent="-228600" algn="l">
              <a:lnSpc>
                <a:spcPct val="90000"/>
              </a:lnSpc>
              <a:spcBef>
                <a:spcPts val="2000"/>
              </a:spcBef>
              <a:spcAft>
                <a:spcPts val="0"/>
              </a:spcAft>
              <a:buClr>
                <a:srgbClr val="888888"/>
              </a:buClr>
              <a:buSzPts val="6400"/>
              <a:buNone/>
              <a:defRPr sz="6400">
                <a:solidFill>
                  <a:srgbClr val="888888"/>
                </a:solidFill>
              </a:defRPr>
            </a:lvl8pPr>
            <a:lvl9pPr marL="4114800" lvl="8" indent="-228600" algn="l">
              <a:lnSpc>
                <a:spcPct val="90000"/>
              </a:lnSpc>
              <a:spcBef>
                <a:spcPts val="2000"/>
              </a:spcBef>
              <a:spcAft>
                <a:spcPts val="0"/>
              </a:spcAft>
              <a:buClr>
                <a:srgbClr val="888888"/>
              </a:buClr>
              <a:buSzPts val="6400"/>
              <a:buNone/>
              <a:defRPr sz="6400">
                <a:solidFill>
                  <a:srgbClr val="888888"/>
                </a:solidFill>
              </a:defRPr>
            </a:lvl9pPr>
          </a:lstStyle>
          <a:p/>
        </p:txBody>
      </p:sp>
      <p:sp>
        <p:nvSpPr>
          <p:cNvPr id="34" name="Google Shape;34;p5"/>
          <p:cNvSpPr txBox="1"/>
          <p:nvPr>
            <p:ph type="dt" idx="10"/>
          </p:nvPr>
        </p:nvSpPr>
        <p:spPr>
          <a:xfrm>
            <a:off x="2514600" y="25425406"/>
            <a:ext cx="8229600" cy="14605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type="ftr" idx="11"/>
          </p:nvPr>
        </p:nvSpPr>
        <p:spPr>
          <a:xfrm>
            <a:off x="12115800" y="25425406"/>
            <a:ext cx="12344400" cy="14605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type="sldNum" idx="12"/>
          </p:nvPr>
        </p:nvSpPr>
        <p:spPr>
          <a:xfrm>
            <a:off x="25831800" y="25425406"/>
            <a:ext cx="8229600" cy="14605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CA"/>
            </a:fld>
            <a:endParaRPr lang="en-C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2514600" y="1460506"/>
            <a:ext cx="31546800" cy="530225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type="body" idx="1"/>
          </p:nvPr>
        </p:nvSpPr>
        <p:spPr>
          <a:xfrm>
            <a:off x="2514600" y="7302500"/>
            <a:ext cx="15544800" cy="1740535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000"/>
              </a:spcBef>
              <a:spcAft>
                <a:spcPts val="0"/>
              </a:spcAft>
              <a:buClr>
                <a:schemeClr val="dk1"/>
              </a:buClr>
              <a:buSzPts val="1800"/>
              <a:buChar char="•"/>
              <a:defRPr/>
            </a:lvl1pPr>
            <a:lvl2pPr marL="914400" lvl="1" indent="-342900" algn="l">
              <a:lnSpc>
                <a:spcPct val="90000"/>
              </a:lnSpc>
              <a:spcBef>
                <a:spcPts val="2000"/>
              </a:spcBef>
              <a:spcAft>
                <a:spcPts val="0"/>
              </a:spcAft>
              <a:buClr>
                <a:schemeClr val="dk1"/>
              </a:buClr>
              <a:buSzPts val="1800"/>
              <a:buChar char="•"/>
              <a:defRPr/>
            </a:lvl2pPr>
            <a:lvl3pPr marL="1371600" lvl="2" indent="-342900" algn="l">
              <a:lnSpc>
                <a:spcPct val="90000"/>
              </a:lnSpc>
              <a:spcBef>
                <a:spcPts val="2000"/>
              </a:spcBef>
              <a:spcAft>
                <a:spcPts val="0"/>
              </a:spcAft>
              <a:buClr>
                <a:schemeClr val="dk1"/>
              </a:buClr>
              <a:buSzPts val="1800"/>
              <a:buChar char="•"/>
              <a:defRPr/>
            </a:lvl3pPr>
            <a:lvl4pPr marL="1828800" lvl="3" indent="-342900" algn="l">
              <a:lnSpc>
                <a:spcPct val="90000"/>
              </a:lnSpc>
              <a:spcBef>
                <a:spcPts val="2000"/>
              </a:spcBef>
              <a:spcAft>
                <a:spcPts val="0"/>
              </a:spcAft>
              <a:buClr>
                <a:schemeClr val="dk1"/>
              </a:buClr>
              <a:buSzPts val="1800"/>
              <a:buChar char="•"/>
              <a:defRPr/>
            </a:lvl4pPr>
            <a:lvl5pPr marL="2286000" lvl="4" indent="-342900" algn="l">
              <a:lnSpc>
                <a:spcPct val="90000"/>
              </a:lnSpc>
              <a:spcBef>
                <a:spcPts val="2000"/>
              </a:spcBef>
              <a:spcAft>
                <a:spcPts val="0"/>
              </a:spcAft>
              <a:buClr>
                <a:schemeClr val="dk1"/>
              </a:buClr>
              <a:buSzPts val="1800"/>
              <a:buChar char="•"/>
              <a:defRPr/>
            </a:lvl5pPr>
            <a:lvl6pPr marL="2743200" lvl="5" indent="-342900" algn="l">
              <a:lnSpc>
                <a:spcPct val="90000"/>
              </a:lnSpc>
              <a:spcBef>
                <a:spcPts val="2000"/>
              </a:spcBef>
              <a:spcAft>
                <a:spcPts val="0"/>
              </a:spcAft>
              <a:buClr>
                <a:schemeClr val="dk1"/>
              </a:buClr>
              <a:buSzPts val="1800"/>
              <a:buChar char="•"/>
              <a:defRPr/>
            </a:lvl6pPr>
            <a:lvl7pPr marL="3200400" lvl="6" indent="-342900" algn="l">
              <a:lnSpc>
                <a:spcPct val="90000"/>
              </a:lnSpc>
              <a:spcBef>
                <a:spcPts val="2000"/>
              </a:spcBef>
              <a:spcAft>
                <a:spcPts val="0"/>
              </a:spcAft>
              <a:buClr>
                <a:schemeClr val="dk1"/>
              </a:buClr>
              <a:buSzPts val="1800"/>
              <a:buChar char="•"/>
              <a:defRPr/>
            </a:lvl7pPr>
            <a:lvl8pPr marL="3657600" lvl="7" indent="-342900" algn="l">
              <a:lnSpc>
                <a:spcPct val="90000"/>
              </a:lnSpc>
              <a:spcBef>
                <a:spcPts val="2000"/>
              </a:spcBef>
              <a:spcAft>
                <a:spcPts val="0"/>
              </a:spcAft>
              <a:buClr>
                <a:schemeClr val="dk1"/>
              </a:buClr>
              <a:buSzPts val="1800"/>
              <a:buChar char="•"/>
              <a:defRPr/>
            </a:lvl8pPr>
            <a:lvl9pPr marL="4114800" lvl="8" indent="-342900" algn="l">
              <a:lnSpc>
                <a:spcPct val="90000"/>
              </a:lnSpc>
              <a:spcBef>
                <a:spcPts val="2000"/>
              </a:spcBef>
              <a:spcAft>
                <a:spcPts val="0"/>
              </a:spcAft>
              <a:buClr>
                <a:schemeClr val="dk1"/>
              </a:buClr>
              <a:buSzPts val="1800"/>
              <a:buChar char="•"/>
              <a:defRPr/>
            </a:lvl9pPr>
          </a:lstStyle>
          <a:p/>
        </p:txBody>
      </p:sp>
      <p:sp>
        <p:nvSpPr>
          <p:cNvPr id="40" name="Google Shape;40;p6"/>
          <p:cNvSpPr txBox="1"/>
          <p:nvPr>
            <p:ph type="body" idx="2"/>
          </p:nvPr>
        </p:nvSpPr>
        <p:spPr>
          <a:xfrm>
            <a:off x="18516600" y="7302500"/>
            <a:ext cx="15544800" cy="1740535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000"/>
              </a:spcBef>
              <a:spcAft>
                <a:spcPts val="0"/>
              </a:spcAft>
              <a:buClr>
                <a:schemeClr val="dk1"/>
              </a:buClr>
              <a:buSzPts val="1800"/>
              <a:buChar char="•"/>
              <a:defRPr/>
            </a:lvl1pPr>
            <a:lvl2pPr marL="914400" lvl="1" indent="-342900" algn="l">
              <a:lnSpc>
                <a:spcPct val="90000"/>
              </a:lnSpc>
              <a:spcBef>
                <a:spcPts val="2000"/>
              </a:spcBef>
              <a:spcAft>
                <a:spcPts val="0"/>
              </a:spcAft>
              <a:buClr>
                <a:schemeClr val="dk1"/>
              </a:buClr>
              <a:buSzPts val="1800"/>
              <a:buChar char="•"/>
              <a:defRPr/>
            </a:lvl2pPr>
            <a:lvl3pPr marL="1371600" lvl="2" indent="-342900" algn="l">
              <a:lnSpc>
                <a:spcPct val="90000"/>
              </a:lnSpc>
              <a:spcBef>
                <a:spcPts val="2000"/>
              </a:spcBef>
              <a:spcAft>
                <a:spcPts val="0"/>
              </a:spcAft>
              <a:buClr>
                <a:schemeClr val="dk1"/>
              </a:buClr>
              <a:buSzPts val="1800"/>
              <a:buChar char="•"/>
              <a:defRPr/>
            </a:lvl3pPr>
            <a:lvl4pPr marL="1828800" lvl="3" indent="-342900" algn="l">
              <a:lnSpc>
                <a:spcPct val="90000"/>
              </a:lnSpc>
              <a:spcBef>
                <a:spcPts val="2000"/>
              </a:spcBef>
              <a:spcAft>
                <a:spcPts val="0"/>
              </a:spcAft>
              <a:buClr>
                <a:schemeClr val="dk1"/>
              </a:buClr>
              <a:buSzPts val="1800"/>
              <a:buChar char="•"/>
              <a:defRPr/>
            </a:lvl4pPr>
            <a:lvl5pPr marL="2286000" lvl="4" indent="-342900" algn="l">
              <a:lnSpc>
                <a:spcPct val="90000"/>
              </a:lnSpc>
              <a:spcBef>
                <a:spcPts val="2000"/>
              </a:spcBef>
              <a:spcAft>
                <a:spcPts val="0"/>
              </a:spcAft>
              <a:buClr>
                <a:schemeClr val="dk1"/>
              </a:buClr>
              <a:buSzPts val="1800"/>
              <a:buChar char="•"/>
              <a:defRPr/>
            </a:lvl5pPr>
            <a:lvl6pPr marL="2743200" lvl="5" indent="-342900" algn="l">
              <a:lnSpc>
                <a:spcPct val="90000"/>
              </a:lnSpc>
              <a:spcBef>
                <a:spcPts val="2000"/>
              </a:spcBef>
              <a:spcAft>
                <a:spcPts val="0"/>
              </a:spcAft>
              <a:buClr>
                <a:schemeClr val="dk1"/>
              </a:buClr>
              <a:buSzPts val="1800"/>
              <a:buChar char="•"/>
              <a:defRPr/>
            </a:lvl6pPr>
            <a:lvl7pPr marL="3200400" lvl="6" indent="-342900" algn="l">
              <a:lnSpc>
                <a:spcPct val="90000"/>
              </a:lnSpc>
              <a:spcBef>
                <a:spcPts val="2000"/>
              </a:spcBef>
              <a:spcAft>
                <a:spcPts val="0"/>
              </a:spcAft>
              <a:buClr>
                <a:schemeClr val="dk1"/>
              </a:buClr>
              <a:buSzPts val="1800"/>
              <a:buChar char="•"/>
              <a:defRPr/>
            </a:lvl7pPr>
            <a:lvl8pPr marL="3657600" lvl="7" indent="-342900" algn="l">
              <a:lnSpc>
                <a:spcPct val="90000"/>
              </a:lnSpc>
              <a:spcBef>
                <a:spcPts val="2000"/>
              </a:spcBef>
              <a:spcAft>
                <a:spcPts val="0"/>
              </a:spcAft>
              <a:buClr>
                <a:schemeClr val="dk1"/>
              </a:buClr>
              <a:buSzPts val="1800"/>
              <a:buChar char="•"/>
              <a:defRPr/>
            </a:lvl8pPr>
            <a:lvl9pPr marL="4114800" lvl="8" indent="-342900" algn="l">
              <a:lnSpc>
                <a:spcPct val="90000"/>
              </a:lnSpc>
              <a:spcBef>
                <a:spcPts val="2000"/>
              </a:spcBef>
              <a:spcAft>
                <a:spcPts val="0"/>
              </a:spcAft>
              <a:buClr>
                <a:schemeClr val="dk1"/>
              </a:buClr>
              <a:buSzPts val="1800"/>
              <a:buChar char="•"/>
              <a:defRPr/>
            </a:lvl9pPr>
          </a:lstStyle>
          <a:p/>
        </p:txBody>
      </p:sp>
      <p:sp>
        <p:nvSpPr>
          <p:cNvPr id="41" name="Google Shape;41;p6"/>
          <p:cNvSpPr txBox="1"/>
          <p:nvPr>
            <p:ph type="dt" idx="10"/>
          </p:nvPr>
        </p:nvSpPr>
        <p:spPr>
          <a:xfrm>
            <a:off x="2514600" y="25425406"/>
            <a:ext cx="8229600" cy="14605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type="ftr" idx="11"/>
          </p:nvPr>
        </p:nvSpPr>
        <p:spPr>
          <a:xfrm>
            <a:off x="12115800" y="25425406"/>
            <a:ext cx="12344400" cy="14605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type="sldNum" idx="12"/>
          </p:nvPr>
        </p:nvSpPr>
        <p:spPr>
          <a:xfrm>
            <a:off x="25831800" y="25425406"/>
            <a:ext cx="8229600" cy="14605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CA"/>
            </a:fld>
            <a:endParaRPr lang="en-C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2519364" y="1460506"/>
            <a:ext cx="31546800" cy="530225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type="body" idx="1"/>
          </p:nvPr>
        </p:nvSpPr>
        <p:spPr>
          <a:xfrm>
            <a:off x="2519368" y="6724652"/>
            <a:ext cx="15473360" cy="3295648"/>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4000"/>
              </a:spcBef>
              <a:spcAft>
                <a:spcPts val="0"/>
              </a:spcAft>
              <a:buClr>
                <a:schemeClr val="dk1"/>
              </a:buClr>
              <a:buSzPts val="9600"/>
              <a:buNone/>
              <a:defRPr sz="9600" b="1"/>
            </a:lvl1pPr>
            <a:lvl2pPr marL="914400" lvl="1" indent="-228600" algn="l">
              <a:lnSpc>
                <a:spcPct val="90000"/>
              </a:lnSpc>
              <a:spcBef>
                <a:spcPts val="2000"/>
              </a:spcBef>
              <a:spcAft>
                <a:spcPts val="0"/>
              </a:spcAft>
              <a:buClr>
                <a:schemeClr val="dk1"/>
              </a:buClr>
              <a:buSzPts val="8000"/>
              <a:buNone/>
              <a:defRPr sz="8000" b="1"/>
            </a:lvl2pPr>
            <a:lvl3pPr marL="1371600" lvl="2" indent="-228600" algn="l">
              <a:lnSpc>
                <a:spcPct val="90000"/>
              </a:lnSpc>
              <a:spcBef>
                <a:spcPts val="2000"/>
              </a:spcBef>
              <a:spcAft>
                <a:spcPts val="0"/>
              </a:spcAft>
              <a:buClr>
                <a:schemeClr val="dk1"/>
              </a:buClr>
              <a:buSzPts val="7200"/>
              <a:buNone/>
              <a:defRPr sz="7200" b="1"/>
            </a:lvl3pPr>
            <a:lvl4pPr marL="1828800" lvl="3" indent="-228600" algn="l">
              <a:lnSpc>
                <a:spcPct val="90000"/>
              </a:lnSpc>
              <a:spcBef>
                <a:spcPts val="2000"/>
              </a:spcBef>
              <a:spcAft>
                <a:spcPts val="0"/>
              </a:spcAft>
              <a:buClr>
                <a:schemeClr val="dk1"/>
              </a:buClr>
              <a:buSzPts val="6400"/>
              <a:buNone/>
              <a:defRPr sz="6400" b="1"/>
            </a:lvl4pPr>
            <a:lvl5pPr marL="2286000" lvl="4" indent="-228600" algn="l">
              <a:lnSpc>
                <a:spcPct val="90000"/>
              </a:lnSpc>
              <a:spcBef>
                <a:spcPts val="2000"/>
              </a:spcBef>
              <a:spcAft>
                <a:spcPts val="0"/>
              </a:spcAft>
              <a:buClr>
                <a:schemeClr val="dk1"/>
              </a:buClr>
              <a:buSzPts val="6400"/>
              <a:buNone/>
              <a:defRPr sz="6400" b="1"/>
            </a:lvl5pPr>
            <a:lvl6pPr marL="2743200" lvl="5" indent="-228600" algn="l">
              <a:lnSpc>
                <a:spcPct val="90000"/>
              </a:lnSpc>
              <a:spcBef>
                <a:spcPts val="2000"/>
              </a:spcBef>
              <a:spcAft>
                <a:spcPts val="0"/>
              </a:spcAft>
              <a:buClr>
                <a:schemeClr val="dk1"/>
              </a:buClr>
              <a:buSzPts val="6400"/>
              <a:buNone/>
              <a:defRPr sz="6400" b="1"/>
            </a:lvl6pPr>
            <a:lvl7pPr marL="3200400" lvl="6" indent="-228600" algn="l">
              <a:lnSpc>
                <a:spcPct val="90000"/>
              </a:lnSpc>
              <a:spcBef>
                <a:spcPts val="2000"/>
              </a:spcBef>
              <a:spcAft>
                <a:spcPts val="0"/>
              </a:spcAft>
              <a:buClr>
                <a:schemeClr val="dk1"/>
              </a:buClr>
              <a:buSzPts val="6400"/>
              <a:buNone/>
              <a:defRPr sz="6400" b="1"/>
            </a:lvl7pPr>
            <a:lvl8pPr marL="3657600" lvl="7" indent="-228600" algn="l">
              <a:lnSpc>
                <a:spcPct val="90000"/>
              </a:lnSpc>
              <a:spcBef>
                <a:spcPts val="2000"/>
              </a:spcBef>
              <a:spcAft>
                <a:spcPts val="0"/>
              </a:spcAft>
              <a:buClr>
                <a:schemeClr val="dk1"/>
              </a:buClr>
              <a:buSzPts val="6400"/>
              <a:buNone/>
              <a:defRPr sz="6400" b="1"/>
            </a:lvl8pPr>
            <a:lvl9pPr marL="4114800" lvl="8" indent="-228600" algn="l">
              <a:lnSpc>
                <a:spcPct val="90000"/>
              </a:lnSpc>
              <a:spcBef>
                <a:spcPts val="2000"/>
              </a:spcBef>
              <a:spcAft>
                <a:spcPts val="0"/>
              </a:spcAft>
              <a:buClr>
                <a:schemeClr val="dk1"/>
              </a:buClr>
              <a:buSzPts val="6400"/>
              <a:buNone/>
              <a:defRPr sz="6400" b="1"/>
            </a:lvl9pPr>
          </a:lstStyle>
          <a:p/>
        </p:txBody>
      </p:sp>
      <p:sp>
        <p:nvSpPr>
          <p:cNvPr id="47" name="Google Shape;47;p7"/>
          <p:cNvSpPr txBox="1"/>
          <p:nvPr>
            <p:ph type="body" idx="2"/>
          </p:nvPr>
        </p:nvSpPr>
        <p:spPr>
          <a:xfrm>
            <a:off x="2519368" y="10020300"/>
            <a:ext cx="15473360" cy="1473835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000"/>
              </a:spcBef>
              <a:spcAft>
                <a:spcPts val="0"/>
              </a:spcAft>
              <a:buClr>
                <a:schemeClr val="dk1"/>
              </a:buClr>
              <a:buSzPts val="1800"/>
              <a:buChar char="•"/>
              <a:defRPr/>
            </a:lvl1pPr>
            <a:lvl2pPr marL="914400" lvl="1" indent="-342900" algn="l">
              <a:lnSpc>
                <a:spcPct val="90000"/>
              </a:lnSpc>
              <a:spcBef>
                <a:spcPts val="2000"/>
              </a:spcBef>
              <a:spcAft>
                <a:spcPts val="0"/>
              </a:spcAft>
              <a:buClr>
                <a:schemeClr val="dk1"/>
              </a:buClr>
              <a:buSzPts val="1800"/>
              <a:buChar char="•"/>
              <a:defRPr/>
            </a:lvl2pPr>
            <a:lvl3pPr marL="1371600" lvl="2" indent="-342900" algn="l">
              <a:lnSpc>
                <a:spcPct val="90000"/>
              </a:lnSpc>
              <a:spcBef>
                <a:spcPts val="2000"/>
              </a:spcBef>
              <a:spcAft>
                <a:spcPts val="0"/>
              </a:spcAft>
              <a:buClr>
                <a:schemeClr val="dk1"/>
              </a:buClr>
              <a:buSzPts val="1800"/>
              <a:buChar char="•"/>
              <a:defRPr/>
            </a:lvl3pPr>
            <a:lvl4pPr marL="1828800" lvl="3" indent="-342900" algn="l">
              <a:lnSpc>
                <a:spcPct val="90000"/>
              </a:lnSpc>
              <a:spcBef>
                <a:spcPts val="2000"/>
              </a:spcBef>
              <a:spcAft>
                <a:spcPts val="0"/>
              </a:spcAft>
              <a:buClr>
                <a:schemeClr val="dk1"/>
              </a:buClr>
              <a:buSzPts val="1800"/>
              <a:buChar char="•"/>
              <a:defRPr/>
            </a:lvl4pPr>
            <a:lvl5pPr marL="2286000" lvl="4" indent="-342900" algn="l">
              <a:lnSpc>
                <a:spcPct val="90000"/>
              </a:lnSpc>
              <a:spcBef>
                <a:spcPts val="2000"/>
              </a:spcBef>
              <a:spcAft>
                <a:spcPts val="0"/>
              </a:spcAft>
              <a:buClr>
                <a:schemeClr val="dk1"/>
              </a:buClr>
              <a:buSzPts val="1800"/>
              <a:buChar char="•"/>
              <a:defRPr/>
            </a:lvl5pPr>
            <a:lvl6pPr marL="2743200" lvl="5" indent="-342900" algn="l">
              <a:lnSpc>
                <a:spcPct val="90000"/>
              </a:lnSpc>
              <a:spcBef>
                <a:spcPts val="2000"/>
              </a:spcBef>
              <a:spcAft>
                <a:spcPts val="0"/>
              </a:spcAft>
              <a:buClr>
                <a:schemeClr val="dk1"/>
              </a:buClr>
              <a:buSzPts val="1800"/>
              <a:buChar char="•"/>
              <a:defRPr/>
            </a:lvl6pPr>
            <a:lvl7pPr marL="3200400" lvl="6" indent="-342900" algn="l">
              <a:lnSpc>
                <a:spcPct val="90000"/>
              </a:lnSpc>
              <a:spcBef>
                <a:spcPts val="2000"/>
              </a:spcBef>
              <a:spcAft>
                <a:spcPts val="0"/>
              </a:spcAft>
              <a:buClr>
                <a:schemeClr val="dk1"/>
              </a:buClr>
              <a:buSzPts val="1800"/>
              <a:buChar char="•"/>
              <a:defRPr/>
            </a:lvl7pPr>
            <a:lvl8pPr marL="3657600" lvl="7" indent="-342900" algn="l">
              <a:lnSpc>
                <a:spcPct val="90000"/>
              </a:lnSpc>
              <a:spcBef>
                <a:spcPts val="2000"/>
              </a:spcBef>
              <a:spcAft>
                <a:spcPts val="0"/>
              </a:spcAft>
              <a:buClr>
                <a:schemeClr val="dk1"/>
              </a:buClr>
              <a:buSzPts val="1800"/>
              <a:buChar char="•"/>
              <a:defRPr/>
            </a:lvl8pPr>
            <a:lvl9pPr marL="4114800" lvl="8" indent="-342900" algn="l">
              <a:lnSpc>
                <a:spcPct val="90000"/>
              </a:lnSpc>
              <a:spcBef>
                <a:spcPts val="2000"/>
              </a:spcBef>
              <a:spcAft>
                <a:spcPts val="0"/>
              </a:spcAft>
              <a:buClr>
                <a:schemeClr val="dk1"/>
              </a:buClr>
              <a:buSzPts val="1800"/>
              <a:buChar char="•"/>
              <a:defRPr/>
            </a:lvl9pPr>
          </a:lstStyle>
          <a:p/>
        </p:txBody>
      </p:sp>
      <p:sp>
        <p:nvSpPr>
          <p:cNvPr id="48" name="Google Shape;48;p7"/>
          <p:cNvSpPr txBox="1"/>
          <p:nvPr>
            <p:ph type="body" idx="3"/>
          </p:nvPr>
        </p:nvSpPr>
        <p:spPr>
          <a:xfrm>
            <a:off x="18516602" y="6724652"/>
            <a:ext cx="15549564" cy="3295648"/>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4000"/>
              </a:spcBef>
              <a:spcAft>
                <a:spcPts val="0"/>
              </a:spcAft>
              <a:buClr>
                <a:schemeClr val="dk1"/>
              </a:buClr>
              <a:buSzPts val="9600"/>
              <a:buNone/>
              <a:defRPr sz="9600" b="1"/>
            </a:lvl1pPr>
            <a:lvl2pPr marL="914400" lvl="1" indent="-228600" algn="l">
              <a:lnSpc>
                <a:spcPct val="90000"/>
              </a:lnSpc>
              <a:spcBef>
                <a:spcPts val="2000"/>
              </a:spcBef>
              <a:spcAft>
                <a:spcPts val="0"/>
              </a:spcAft>
              <a:buClr>
                <a:schemeClr val="dk1"/>
              </a:buClr>
              <a:buSzPts val="8000"/>
              <a:buNone/>
              <a:defRPr sz="8000" b="1"/>
            </a:lvl2pPr>
            <a:lvl3pPr marL="1371600" lvl="2" indent="-228600" algn="l">
              <a:lnSpc>
                <a:spcPct val="90000"/>
              </a:lnSpc>
              <a:spcBef>
                <a:spcPts val="2000"/>
              </a:spcBef>
              <a:spcAft>
                <a:spcPts val="0"/>
              </a:spcAft>
              <a:buClr>
                <a:schemeClr val="dk1"/>
              </a:buClr>
              <a:buSzPts val="7200"/>
              <a:buNone/>
              <a:defRPr sz="7200" b="1"/>
            </a:lvl3pPr>
            <a:lvl4pPr marL="1828800" lvl="3" indent="-228600" algn="l">
              <a:lnSpc>
                <a:spcPct val="90000"/>
              </a:lnSpc>
              <a:spcBef>
                <a:spcPts val="2000"/>
              </a:spcBef>
              <a:spcAft>
                <a:spcPts val="0"/>
              </a:spcAft>
              <a:buClr>
                <a:schemeClr val="dk1"/>
              </a:buClr>
              <a:buSzPts val="6400"/>
              <a:buNone/>
              <a:defRPr sz="6400" b="1"/>
            </a:lvl4pPr>
            <a:lvl5pPr marL="2286000" lvl="4" indent="-228600" algn="l">
              <a:lnSpc>
                <a:spcPct val="90000"/>
              </a:lnSpc>
              <a:spcBef>
                <a:spcPts val="2000"/>
              </a:spcBef>
              <a:spcAft>
                <a:spcPts val="0"/>
              </a:spcAft>
              <a:buClr>
                <a:schemeClr val="dk1"/>
              </a:buClr>
              <a:buSzPts val="6400"/>
              <a:buNone/>
              <a:defRPr sz="6400" b="1"/>
            </a:lvl5pPr>
            <a:lvl6pPr marL="2743200" lvl="5" indent="-228600" algn="l">
              <a:lnSpc>
                <a:spcPct val="90000"/>
              </a:lnSpc>
              <a:spcBef>
                <a:spcPts val="2000"/>
              </a:spcBef>
              <a:spcAft>
                <a:spcPts val="0"/>
              </a:spcAft>
              <a:buClr>
                <a:schemeClr val="dk1"/>
              </a:buClr>
              <a:buSzPts val="6400"/>
              <a:buNone/>
              <a:defRPr sz="6400" b="1"/>
            </a:lvl6pPr>
            <a:lvl7pPr marL="3200400" lvl="6" indent="-228600" algn="l">
              <a:lnSpc>
                <a:spcPct val="90000"/>
              </a:lnSpc>
              <a:spcBef>
                <a:spcPts val="2000"/>
              </a:spcBef>
              <a:spcAft>
                <a:spcPts val="0"/>
              </a:spcAft>
              <a:buClr>
                <a:schemeClr val="dk1"/>
              </a:buClr>
              <a:buSzPts val="6400"/>
              <a:buNone/>
              <a:defRPr sz="6400" b="1"/>
            </a:lvl7pPr>
            <a:lvl8pPr marL="3657600" lvl="7" indent="-228600" algn="l">
              <a:lnSpc>
                <a:spcPct val="90000"/>
              </a:lnSpc>
              <a:spcBef>
                <a:spcPts val="2000"/>
              </a:spcBef>
              <a:spcAft>
                <a:spcPts val="0"/>
              </a:spcAft>
              <a:buClr>
                <a:schemeClr val="dk1"/>
              </a:buClr>
              <a:buSzPts val="6400"/>
              <a:buNone/>
              <a:defRPr sz="6400" b="1"/>
            </a:lvl8pPr>
            <a:lvl9pPr marL="4114800" lvl="8" indent="-228600" algn="l">
              <a:lnSpc>
                <a:spcPct val="90000"/>
              </a:lnSpc>
              <a:spcBef>
                <a:spcPts val="2000"/>
              </a:spcBef>
              <a:spcAft>
                <a:spcPts val="0"/>
              </a:spcAft>
              <a:buClr>
                <a:schemeClr val="dk1"/>
              </a:buClr>
              <a:buSzPts val="6400"/>
              <a:buNone/>
              <a:defRPr sz="6400" b="1"/>
            </a:lvl9pPr>
          </a:lstStyle>
          <a:p/>
        </p:txBody>
      </p:sp>
      <p:sp>
        <p:nvSpPr>
          <p:cNvPr id="49" name="Google Shape;49;p7"/>
          <p:cNvSpPr txBox="1"/>
          <p:nvPr>
            <p:ph type="body" idx="4"/>
          </p:nvPr>
        </p:nvSpPr>
        <p:spPr>
          <a:xfrm>
            <a:off x="18516602" y="10020300"/>
            <a:ext cx="15549564" cy="1473835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000"/>
              </a:spcBef>
              <a:spcAft>
                <a:spcPts val="0"/>
              </a:spcAft>
              <a:buClr>
                <a:schemeClr val="dk1"/>
              </a:buClr>
              <a:buSzPts val="1800"/>
              <a:buChar char="•"/>
              <a:defRPr/>
            </a:lvl1pPr>
            <a:lvl2pPr marL="914400" lvl="1" indent="-342900" algn="l">
              <a:lnSpc>
                <a:spcPct val="90000"/>
              </a:lnSpc>
              <a:spcBef>
                <a:spcPts val="2000"/>
              </a:spcBef>
              <a:spcAft>
                <a:spcPts val="0"/>
              </a:spcAft>
              <a:buClr>
                <a:schemeClr val="dk1"/>
              </a:buClr>
              <a:buSzPts val="1800"/>
              <a:buChar char="•"/>
              <a:defRPr/>
            </a:lvl2pPr>
            <a:lvl3pPr marL="1371600" lvl="2" indent="-342900" algn="l">
              <a:lnSpc>
                <a:spcPct val="90000"/>
              </a:lnSpc>
              <a:spcBef>
                <a:spcPts val="2000"/>
              </a:spcBef>
              <a:spcAft>
                <a:spcPts val="0"/>
              </a:spcAft>
              <a:buClr>
                <a:schemeClr val="dk1"/>
              </a:buClr>
              <a:buSzPts val="1800"/>
              <a:buChar char="•"/>
              <a:defRPr/>
            </a:lvl3pPr>
            <a:lvl4pPr marL="1828800" lvl="3" indent="-342900" algn="l">
              <a:lnSpc>
                <a:spcPct val="90000"/>
              </a:lnSpc>
              <a:spcBef>
                <a:spcPts val="2000"/>
              </a:spcBef>
              <a:spcAft>
                <a:spcPts val="0"/>
              </a:spcAft>
              <a:buClr>
                <a:schemeClr val="dk1"/>
              </a:buClr>
              <a:buSzPts val="1800"/>
              <a:buChar char="•"/>
              <a:defRPr/>
            </a:lvl4pPr>
            <a:lvl5pPr marL="2286000" lvl="4" indent="-342900" algn="l">
              <a:lnSpc>
                <a:spcPct val="90000"/>
              </a:lnSpc>
              <a:spcBef>
                <a:spcPts val="2000"/>
              </a:spcBef>
              <a:spcAft>
                <a:spcPts val="0"/>
              </a:spcAft>
              <a:buClr>
                <a:schemeClr val="dk1"/>
              </a:buClr>
              <a:buSzPts val="1800"/>
              <a:buChar char="•"/>
              <a:defRPr/>
            </a:lvl5pPr>
            <a:lvl6pPr marL="2743200" lvl="5" indent="-342900" algn="l">
              <a:lnSpc>
                <a:spcPct val="90000"/>
              </a:lnSpc>
              <a:spcBef>
                <a:spcPts val="2000"/>
              </a:spcBef>
              <a:spcAft>
                <a:spcPts val="0"/>
              </a:spcAft>
              <a:buClr>
                <a:schemeClr val="dk1"/>
              </a:buClr>
              <a:buSzPts val="1800"/>
              <a:buChar char="•"/>
              <a:defRPr/>
            </a:lvl6pPr>
            <a:lvl7pPr marL="3200400" lvl="6" indent="-342900" algn="l">
              <a:lnSpc>
                <a:spcPct val="90000"/>
              </a:lnSpc>
              <a:spcBef>
                <a:spcPts val="2000"/>
              </a:spcBef>
              <a:spcAft>
                <a:spcPts val="0"/>
              </a:spcAft>
              <a:buClr>
                <a:schemeClr val="dk1"/>
              </a:buClr>
              <a:buSzPts val="1800"/>
              <a:buChar char="•"/>
              <a:defRPr/>
            </a:lvl7pPr>
            <a:lvl8pPr marL="3657600" lvl="7" indent="-342900" algn="l">
              <a:lnSpc>
                <a:spcPct val="90000"/>
              </a:lnSpc>
              <a:spcBef>
                <a:spcPts val="2000"/>
              </a:spcBef>
              <a:spcAft>
                <a:spcPts val="0"/>
              </a:spcAft>
              <a:buClr>
                <a:schemeClr val="dk1"/>
              </a:buClr>
              <a:buSzPts val="1800"/>
              <a:buChar char="•"/>
              <a:defRPr/>
            </a:lvl8pPr>
            <a:lvl9pPr marL="4114800" lvl="8" indent="-342900" algn="l">
              <a:lnSpc>
                <a:spcPct val="90000"/>
              </a:lnSpc>
              <a:spcBef>
                <a:spcPts val="2000"/>
              </a:spcBef>
              <a:spcAft>
                <a:spcPts val="0"/>
              </a:spcAft>
              <a:buClr>
                <a:schemeClr val="dk1"/>
              </a:buClr>
              <a:buSzPts val="1800"/>
              <a:buChar char="•"/>
              <a:defRPr/>
            </a:lvl9pPr>
          </a:lstStyle>
          <a:p/>
        </p:txBody>
      </p:sp>
      <p:sp>
        <p:nvSpPr>
          <p:cNvPr id="50" name="Google Shape;50;p7"/>
          <p:cNvSpPr txBox="1"/>
          <p:nvPr>
            <p:ph type="dt" idx="10"/>
          </p:nvPr>
        </p:nvSpPr>
        <p:spPr>
          <a:xfrm>
            <a:off x="2514600" y="25425406"/>
            <a:ext cx="8229600" cy="14605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type="ftr" idx="11"/>
          </p:nvPr>
        </p:nvSpPr>
        <p:spPr>
          <a:xfrm>
            <a:off x="12115800" y="25425406"/>
            <a:ext cx="12344400" cy="14605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type="sldNum" idx="12"/>
          </p:nvPr>
        </p:nvSpPr>
        <p:spPr>
          <a:xfrm>
            <a:off x="25831800" y="25425406"/>
            <a:ext cx="8229600" cy="14605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CA"/>
            </a:fld>
            <a:endParaRPr lang="en-C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2514600" y="1460506"/>
            <a:ext cx="31546800" cy="530225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type="dt" idx="10"/>
          </p:nvPr>
        </p:nvSpPr>
        <p:spPr>
          <a:xfrm>
            <a:off x="2514600" y="25425406"/>
            <a:ext cx="8229600" cy="14605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type="ftr" idx="11"/>
          </p:nvPr>
        </p:nvSpPr>
        <p:spPr>
          <a:xfrm>
            <a:off x="12115800" y="25425406"/>
            <a:ext cx="12344400" cy="14605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type="sldNum" idx="12"/>
          </p:nvPr>
        </p:nvSpPr>
        <p:spPr>
          <a:xfrm>
            <a:off x="25831800" y="25425406"/>
            <a:ext cx="8229600" cy="14605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CA"/>
            </a:fld>
            <a:endParaRPr lang="en-C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2519364" y="1828800"/>
            <a:ext cx="11796712" cy="64008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2800"/>
              <a:buFont typeface="Calibri"/>
              <a:buNone/>
              <a:defRPr sz="1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type="body" idx="1"/>
          </p:nvPr>
        </p:nvSpPr>
        <p:spPr>
          <a:xfrm>
            <a:off x="15549564" y="3949706"/>
            <a:ext cx="18516600" cy="19494500"/>
          </a:xfrm>
          <a:prstGeom prst="rect">
            <a:avLst/>
          </a:prstGeom>
          <a:noFill/>
          <a:ln>
            <a:noFill/>
          </a:ln>
        </p:spPr>
        <p:txBody>
          <a:bodyPr spcFirstLastPara="1" wrap="square" lIns="91425" tIns="45700" rIns="91425" bIns="45700" anchor="t" anchorCtr="0">
            <a:normAutofit/>
          </a:bodyPr>
          <a:lstStyle>
            <a:lvl1pPr marL="457200" lvl="0" indent="-1041400" algn="l">
              <a:lnSpc>
                <a:spcPct val="90000"/>
              </a:lnSpc>
              <a:spcBef>
                <a:spcPts val="4000"/>
              </a:spcBef>
              <a:spcAft>
                <a:spcPts val="0"/>
              </a:spcAft>
              <a:buClr>
                <a:schemeClr val="dk1"/>
              </a:buClr>
              <a:buSzPts val="12800"/>
              <a:buChar char="•"/>
              <a:defRPr sz="12800"/>
            </a:lvl1pPr>
            <a:lvl2pPr marL="914400" lvl="1" indent="-939800" algn="l">
              <a:lnSpc>
                <a:spcPct val="90000"/>
              </a:lnSpc>
              <a:spcBef>
                <a:spcPts val="2000"/>
              </a:spcBef>
              <a:spcAft>
                <a:spcPts val="0"/>
              </a:spcAft>
              <a:buClr>
                <a:schemeClr val="dk1"/>
              </a:buClr>
              <a:buSzPts val="11200"/>
              <a:buChar char="•"/>
              <a:defRPr sz="11200"/>
            </a:lvl2pPr>
            <a:lvl3pPr marL="1371600" lvl="2" indent="-838200" algn="l">
              <a:lnSpc>
                <a:spcPct val="90000"/>
              </a:lnSpc>
              <a:spcBef>
                <a:spcPts val="2000"/>
              </a:spcBef>
              <a:spcAft>
                <a:spcPts val="0"/>
              </a:spcAft>
              <a:buClr>
                <a:schemeClr val="dk1"/>
              </a:buClr>
              <a:buSzPts val="9600"/>
              <a:buChar char="•"/>
              <a:defRPr sz="9600"/>
            </a:lvl3pPr>
            <a:lvl4pPr marL="1828800" lvl="3" indent="-736600" algn="l">
              <a:lnSpc>
                <a:spcPct val="90000"/>
              </a:lnSpc>
              <a:spcBef>
                <a:spcPts val="2000"/>
              </a:spcBef>
              <a:spcAft>
                <a:spcPts val="0"/>
              </a:spcAft>
              <a:buClr>
                <a:schemeClr val="dk1"/>
              </a:buClr>
              <a:buSzPts val="8000"/>
              <a:buChar char="•"/>
              <a:defRPr sz="8000"/>
            </a:lvl4pPr>
            <a:lvl5pPr marL="2286000" lvl="4" indent="-736600" algn="l">
              <a:lnSpc>
                <a:spcPct val="90000"/>
              </a:lnSpc>
              <a:spcBef>
                <a:spcPts val="2000"/>
              </a:spcBef>
              <a:spcAft>
                <a:spcPts val="0"/>
              </a:spcAft>
              <a:buClr>
                <a:schemeClr val="dk1"/>
              </a:buClr>
              <a:buSzPts val="8000"/>
              <a:buChar char="•"/>
              <a:defRPr sz="8000"/>
            </a:lvl5pPr>
            <a:lvl6pPr marL="2743200" lvl="5" indent="-736600" algn="l">
              <a:lnSpc>
                <a:spcPct val="90000"/>
              </a:lnSpc>
              <a:spcBef>
                <a:spcPts val="2000"/>
              </a:spcBef>
              <a:spcAft>
                <a:spcPts val="0"/>
              </a:spcAft>
              <a:buClr>
                <a:schemeClr val="dk1"/>
              </a:buClr>
              <a:buSzPts val="8000"/>
              <a:buChar char="•"/>
              <a:defRPr sz="8000"/>
            </a:lvl6pPr>
            <a:lvl7pPr marL="3200400" lvl="6" indent="-736600" algn="l">
              <a:lnSpc>
                <a:spcPct val="90000"/>
              </a:lnSpc>
              <a:spcBef>
                <a:spcPts val="2000"/>
              </a:spcBef>
              <a:spcAft>
                <a:spcPts val="0"/>
              </a:spcAft>
              <a:buClr>
                <a:schemeClr val="dk1"/>
              </a:buClr>
              <a:buSzPts val="8000"/>
              <a:buChar char="•"/>
              <a:defRPr sz="8000"/>
            </a:lvl7pPr>
            <a:lvl8pPr marL="3657600" lvl="7" indent="-736600" algn="l">
              <a:lnSpc>
                <a:spcPct val="90000"/>
              </a:lnSpc>
              <a:spcBef>
                <a:spcPts val="2000"/>
              </a:spcBef>
              <a:spcAft>
                <a:spcPts val="0"/>
              </a:spcAft>
              <a:buClr>
                <a:schemeClr val="dk1"/>
              </a:buClr>
              <a:buSzPts val="8000"/>
              <a:buChar char="•"/>
              <a:defRPr sz="8000"/>
            </a:lvl8pPr>
            <a:lvl9pPr marL="4114800" lvl="8" indent="-736600" algn="l">
              <a:lnSpc>
                <a:spcPct val="90000"/>
              </a:lnSpc>
              <a:spcBef>
                <a:spcPts val="2000"/>
              </a:spcBef>
              <a:spcAft>
                <a:spcPts val="0"/>
              </a:spcAft>
              <a:buClr>
                <a:schemeClr val="dk1"/>
              </a:buClr>
              <a:buSzPts val="8000"/>
              <a:buChar char="•"/>
              <a:defRPr sz="8000"/>
            </a:lvl9pPr>
          </a:lstStyle>
          <a:p/>
        </p:txBody>
      </p:sp>
      <p:sp>
        <p:nvSpPr>
          <p:cNvPr id="61" name="Google Shape;61;p9"/>
          <p:cNvSpPr txBox="1"/>
          <p:nvPr>
            <p:ph type="body" idx="2"/>
          </p:nvPr>
        </p:nvSpPr>
        <p:spPr>
          <a:xfrm>
            <a:off x="2519364" y="8229600"/>
            <a:ext cx="11796712" cy="1524635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4000"/>
              </a:spcBef>
              <a:spcAft>
                <a:spcPts val="0"/>
              </a:spcAft>
              <a:buClr>
                <a:schemeClr val="dk1"/>
              </a:buClr>
              <a:buSzPts val="6400"/>
              <a:buNone/>
              <a:defRPr sz="6400"/>
            </a:lvl1pPr>
            <a:lvl2pPr marL="914400" lvl="1" indent="-228600" algn="l">
              <a:lnSpc>
                <a:spcPct val="90000"/>
              </a:lnSpc>
              <a:spcBef>
                <a:spcPts val="2000"/>
              </a:spcBef>
              <a:spcAft>
                <a:spcPts val="0"/>
              </a:spcAft>
              <a:buClr>
                <a:schemeClr val="dk1"/>
              </a:buClr>
              <a:buSzPts val="5600"/>
              <a:buNone/>
              <a:defRPr sz="5600"/>
            </a:lvl2pPr>
            <a:lvl3pPr marL="1371600" lvl="2" indent="-228600" algn="l">
              <a:lnSpc>
                <a:spcPct val="90000"/>
              </a:lnSpc>
              <a:spcBef>
                <a:spcPts val="2000"/>
              </a:spcBef>
              <a:spcAft>
                <a:spcPts val="0"/>
              </a:spcAft>
              <a:buClr>
                <a:schemeClr val="dk1"/>
              </a:buClr>
              <a:buSzPts val="4800"/>
              <a:buNone/>
              <a:defRPr sz="4800"/>
            </a:lvl3pPr>
            <a:lvl4pPr marL="1828800" lvl="3" indent="-228600" algn="l">
              <a:lnSpc>
                <a:spcPct val="90000"/>
              </a:lnSpc>
              <a:spcBef>
                <a:spcPts val="2000"/>
              </a:spcBef>
              <a:spcAft>
                <a:spcPts val="0"/>
              </a:spcAft>
              <a:buClr>
                <a:schemeClr val="dk1"/>
              </a:buClr>
              <a:buSzPts val="4000"/>
              <a:buNone/>
              <a:defRPr sz="4000"/>
            </a:lvl4pPr>
            <a:lvl5pPr marL="2286000" lvl="4" indent="-228600" algn="l">
              <a:lnSpc>
                <a:spcPct val="90000"/>
              </a:lnSpc>
              <a:spcBef>
                <a:spcPts val="2000"/>
              </a:spcBef>
              <a:spcAft>
                <a:spcPts val="0"/>
              </a:spcAft>
              <a:buClr>
                <a:schemeClr val="dk1"/>
              </a:buClr>
              <a:buSzPts val="4000"/>
              <a:buNone/>
              <a:defRPr sz="4000"/>
            </a:lvl5pPr>
            <a:lvl6pPr marL="2743200" lvl="5" indent="-228600" algn="l">
              <a:lnSpc>
                <a:spcPct val="90000"/>
              </a:lnSpc>
              <a:spcBef>
                <a:spcPts val="2000"/>
              </a:spcBef>
              <a:spcAft>
                <a:spcPts val="0"/>
              </a:spcAft>
              <a:buClr>
                <a:schemeClr val="dk1"/>
              </a:buClr>
              <a:buSzPts val="4000"/>
              <a:buNone/>
              <a:defRPr sz="4000"/>
            </a:lvl6pPr>
            <a:lvl7pPr marL="3200400" lvl="6" indent="-228600" algn="l">
              <a:lnSpc>
                <a:spcPct val="90000"/>
              </a:lnSpc>
              <a:spcBef>
                <a:spcPts val="2000"/>
              </a:spcBef>
              <a:spcAft>
                <a:spcPts val="0"/>
              </a:spcAft>
              <a:buClr>
                <a:schemeClr val="dk1"/>
              </a:buClr>
              <a:buSzPts val="4000"/>
              <a:buNone/>
              <a:defRPr sz="4000"/>
            </a:lvl7pPr>
            <a:lvl8pPr marL="3657600" lvl="7" indent="-228600" algn="l">
              <a:lnSpc>
                <a:spcPct val="90000"/>
              </a:lnSpc>
              <a:spcBef>
                <a:spcPts val="2000"/>
              </a:spcBef>
              <a:spcAft>
                <a:spcPts val="0"/>
              </a:spcAft>
              <a:buClr>
                <a:schemeClr val="dk1"/>
              </a:buClr>
              <a:buSzPts val="4000"/>
              <a:buNone/>
              <a:defRPr sz="4000"/>
            </a:lvl8pPr>
            <a:lvl9pPr marL="4114800" lvl="8" indent="-228600" algn="l">
              <a:lnSpc>
                <a:spcPct val="90000"/>
              </a:lnSpc>
              <a:spcBef>
                <a:spcPts val="2000"/>
              </a:spcBef>
              <a:spcAft>
                <a:spcPts val="0"/>
              </a:spcAft>
              <a:buClr>
                <a:schemeClr val="dk1"/>
              </a:buClr>
              <a:buSzPts val="4000"/>
              <a:buNone/>
              <a:defRPr sz="4000"/>
            </a:lvl9pPr>
          </a:lstStyle>
          <a:p/>
        </p:txBody>
      </p:sp>
      <p:sp>
        <p:nvSpPr>
          <p:cNvPr id="62" name="Google Shape;62;p9"/>
          <p:cNvSpPr txBox="1"/>
          <p:nvPr>
            <p:ph type="dt" idx="10"/>
          </p:nvPr>
        </p:nvSpPr>
        <p:spPr>
          <a:xfrm>
            <a:off x="2514600" y="25425406"/>
            <a:ext cx="8229600" cy="14605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type="ftr" idx="11"/>
          </p:nvPr>
        </p:nvSpPr>
        <p:spPr>
          <a:xfrm>
            <a:off x="12115800" y="25425406"/>
            <a:ext cx="12344400" cy="14605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type="sldNum" idx="12"/>
          </p:nvPr>
        </p:nvSpPr>
        <p:spPr>
          <a:xfrm>
            <a:off x="25831800" y="25425406"/>
            <a:ext cx="8229600" cy="14605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CA"/>
            </a:fld>
            <a:endParaRPr lang="en-C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2519364" y="1828800"/>
            <a:ext cx="11796712" cy="64008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2800"/>
              <a:buFont typeface="Calibri"/>
              <a:buNone/>
              <a:defRPr sz="1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type="pic" idx="2"/>
          </p:nvPr>
        </p:nvSpPr>
        <p:spPr>
          <a:xfrm>
            <a:off x="15549564" y="3949706"/>
            <a:ext cx="18516600" cy="19494500"/>
          </a:xfrm>
          <a:prstGeom prst="rect">
            <a:avLst/>
          </a:prstGeom>
          <a:noFill/>
          <a:ln>
            <a:noFill/>
          </a:ln>
        </p:spPr>
      </p:sp>
      <p:sp>
        <p:nvSpPr>
          <p:cNvPr id="68" name="Google Shape;68;p10"/>
          <p:cNvSpPr txBox="1"/>
          <p:nvPr>
            <p:ph type="body" idx="1"/>
          </p:nvPr>
        </p:nvSpPr>
        <p:spPr>
          <a:xfrm>
            <a:off x="2519364" y="8229600"/>
            <a:ext cx="11796712" cy="1524635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4000"/>
              </a:spcBef>
              <a:spcAft>
                <a:spcPts val="0"/>
              </a:spcAft>
              <a:buClr>
                <a:schemeClr val="dk1"/>
              </a:buClr>
              <a:buSzPts val="6400"/>
              <a:buNone/>
              <a:defRPr sz="6400"/>
            </a:lvl1pPr>
            <a:lvl2pPr marL="914400" lvl="1" indent="-228600" algn="l">
              <a:lnSpc>
                <a:spcPct val="90000"/>
              </a:lnSpc>
              <a:spcBef>
                <a:spcPts val="2000"/>
              </a:spcBef>
              <a:spcAft>
                <a:spcPts val="0"/>
              </a:spcAft>
              <a:buClr>
                <a:schemeClr val="dk1"/>
              </a:buClr>
              <a:buSzPts val="5600"/>
              <a:buNone/>
              <a:defRPr sz="5600"/>
            </a:lvl2pPr>
            <a:lvl3pPr marL="1371600" lvl="2" indent="-228600" algn="l">
              <a:lnSpc>
                <a:spcPct val="90000"/>
              </a:lnSpc>
              <a:spcBef>
                <a:spcPts val="2000"/>
              </a:spcBef>
              <a:spcAft>
                <a:spcPts val="0"/>
              </a:spcAft>
              <a:buClr>
                <a:schemeClr val="dk1"/>
              </a:buClr>
              <a:buSzPts val="4800"/>
              <a:buNone/>
              <a:defRPr sz="4800"/>
            </a:lvl3pPr>
            <a:lvl4pPr marL="1828800" lvl="3" indent="-228600" algn="l">
              <a:lnSpc>
                <a:spcPct val="90000"/>
              </a:lnSpc>
              <a:spcBef>
                <a:spcPts val="2000"/>
              </a:spcBef>
              <a:spcAft>
                <a:spcPts val="0"/>
              </a:spcAft>
              <a:buClr>
                <a:schemeClr val="dk1"/>
              </a:buClr>
              <a:buSzPts val="4000"/>
              <a:buNone/>
              <a:defRPr sz="4000"/>
            </a:lvl4pPr>
            <a:lvl5pPr marL="2286000" lvl="4" indent="-228600" algn="l">
              <a:lnSpc>
                <a:spcPct val="90000"/>
              </a:lnSpc>
              <a:spcBef>
                <a:spcPts val="2000"/>
              </a:spcBef>
              <a:spcAft>
                <a:spcPts val="0"/>
              </a:spcAft>
              <a:buClr>
                <a:schemeClr val="dk1"/>
              </a:buClr>
              <a:buSzPts val="4000"/>
              <a:buNone/>
              <a:defRPr sz="4000"/>
            </a:lvl5pPr>
            <a:lvl6pPr marL="2743200" lvl="5" indent="-228600" algn="l">
              <a:lnSpc>
                <a:spcPct val="90000"/>
              </a:lnSpc>
              <a:spcBef>
                <a:spcPts val="2000"/>
              </a:spcBef>
              <a:spcAft>
                <a:spcPts val="0"/>
              </a:spcAft>
              <a:buClr>
                <a:schemeClr val="dk1"/>
              </a:buClr>
              <a:buSzPts val="4000"/>
              <a:buNone/>
              <a:defRPr sz="4000"/>
            </a:lvl6pPr>
            <a:lvl7pPr marL="3200400" lvl="6" indent="-228600" algn="l">
              <a:lnSpc>
                <a:spcPct val="90000"/>
              </a:lnSpc>
              <a:spcBef>
                <a:spcPts val="2000"/>
              </a:spcBef>
              <a:spcAft>
                <a:spcPts val="0"/>
              </a:spcAft>
              <a:buClr>
                <a:schemeClr val="dk1"/>
              </a:buClr>
              <a:buSzPts val="4000"/>
              <a:buNone/>
              <a:defRPr sz="4000"/>
            </a:lvl7pPr>
            <a:lvl8pPr marL="3657600" lvl="7" indent="-228600" algn="l">
              <a:lnSpc>
                <a:spcPct val="90000"/>
              </a:lnSpc>
              <a:spcBef>
                <a:spcPts val="2000"/>
              </a:spcBef>
              <a:spcAft>
                <a:spcPts val="0"/>
              </a:spcAft>
              <a:buClr>
                <a:schemeClr val="dk1"/>
              </a:buClr>
              <a:buSzPts val="4000"/>
              <a:buNone/>
              <a:defRPr sz="4000"/>
            </a:lvl8pPr>
            <a:lvl9pPr marL="4114800" lvl="8" indent="-228600" algn="l">
              <a:lnSpc>
                <a:spcPct val="90000"/>
              </a:lnSpc>
              <a:spcBef>
                <a:spcPts val="2000"/>
              </a:spcBef>
              <a:spcAft>
                <a:spcPts val="0"/>
              </a:spcAft>
              <a:buClr>
                <a:schemeClr val="dk1"/>
              </a:buClr>
              <a:buSzPts val="4000"/>
              <a:buNone/>
              <a:defRPr sz="4000"/>
            </a:lvl9pPr>
          </a:lstStyle>
          <a:p/>
        </p:txBody>
      </p:sp>
      <p:sp>
        <p:nvSpPr>
          <p:cNvPr id="69" name="Google Shape;69;p10"/>
          <p:cNvSpPr txBox="1"/>
          <p:nvPr>
            <p:ph type="dt" idx="10"/>
          </p:nvPr>
        </p:nvSpPr>
        <p:spPr>
          <a:xfrm>
            <a:off x="2514600" y="25425406"/>
            <a:ext cx="8229600" cy="14605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type="ftr" idx="11"/>
          </p:nvPr>
        </p:nvSpPr>
        <p:spPr>
          <a:xfrm>
            <a:off x="12115800" y="25425406"/>
            <a:ext cx="12344400" cy="14605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type="sldNum" idx="12"/>
          </p:nvPr>
        </p:nvSpPr>
        <p:spPr>
          <a:xfrm>
            <a:off x="25831800" y="25425406"/>
            <a:ext cx="8229600" cy="14605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CA"/>
            </a:fld>
            <a:endParaRPr lang="en-C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2514600" y="1460506"/>
            <a:ext cx="31546800" cy="530225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type="body" idx="1"/>
          </p:nvPr>
        </p:nvSpPr>
        <p:spPr>
          <a:xfrm rot="5400000">
            <a:off x="9585324" y="231776"/>
            <a:ext cx="17405352" cy="315468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000"/>
              </a:spcBef>
              <a:spcAft>
                <a:spcPts val="0"/>
              </a:spcAft>
              <a:buClr>
                <a:schemeClr val="dk1"/>
              </a:buClr>
              <a:buSzPts val="1800"/>
              <a:buChar char="•"/>
              <a:defRPr/>
            </a:lvl1pPr>
            <a:lvl2pPr marL="914400" lvl="1" indent="-342900" algn="l">
              <a:lnSpc>
                <a:spcPct val="90000"/>
              </a:lnSpc>
              <a:spcBef>
                <a:spcPts val="2000"/>
              </a:spcBef>
              <a:spcAft>
                <a:spcPts val="0"/>
              </a:spcAft>
              <a:buClr>
                <a:schemeClr val="dk1"/>
              </a:buClr>
              <a:buSzPts val="1800"/>
              <a:buChar char="•"/>
              <a:defRPr/>
            </a:lvl2pPr>
            <a:lvl3pPr marL="1371600" lvl="2" indent="-342900" algn="l">
              <a:lnSpc>
                <a:spcPct val="90000"/>
              </a:lnSpc>
              <a:spcBef>
                <a:spcPts val="2000"/>
              </a:spcBef>
              <a:spcAft>
                <a:spcPts val="0"/>
              </a:spcAft>
              <a:buClr>
                <a:schemeClr val="dk1"/>
              </a:buClr>
              <a:buSzPts val="1800"/>
              <a:buChar char="•"/>
              <a:defRPr/>
            </a:lvl3pPr>
            <a:lvl4pPr marL="1828800" lvl="3" indent="-342900" algn="l">
              <a:lnSpc>
                <a:spcPct val="90000"/>
              </a:lnSpc>
              <a:spcBef>
                <a:spcPts val="2000"/>
              </a:spcBef>
              <a:spcAft>
                <a:spcPts val="0"/>
              </a:spcAft>
              <a:buClr>
                <a:schemeClr val="dk1"/>
              </a:buClr>
              <a:buSzPts val="1800"/>
              <a:buChar char="•"/>
              <a:defRPr/>
            </a:lvl4pPr>
            <a:lvl5pPr marL="2286000" lvl="4" indent="-342900" algn="l">
              <a:lnSpc>
                <a:spcPct val="90000"/>
              </a:lnSpc>
              <a:spcBef>
                <a:spcPts val="2000"/>
              </a:spcBef>
              <a:spcAft>
                <a:spcPts val="0"/>
              </a:spcAft>
              <a:buClr>
                <a:schemeClr val="dk1"/>
              </a:buClr>
              <a:buSzPts val="1800"/>
              <a:buChar char="•"/>
              <a:defRPr/>
            </a:lvl5pPr>
            <a:lvl6pPr marL="2743200" lvl="5" indent="-342900" algn="l">
              <a:lnSpc>
                <a:spcPct val="90000"/>
              </a:lnSpc>
              <a:spcBef>
                <a:spcPts val="2000"/>
              </a:spcBef>
              <a:spcAft>
                <a:spcPts val="0"/>
              </a:spcAft>
              <a:buClr>
                <a:schemeClr val="dk1"/>
              </a:buClr>
              <a:buSzPts val="1800"/>
              <a:buChar char="•"/>
              <a:defRPr/>
            </a:lvl6pPr>
            <a:lvl7pPr marL="3200400" lvl="6" indent="-342900" algn="l">
              <a:lnSpc>
                <a:spcPct val="90000"/>
              </a:lnSpc>
              <a:spcBef>
                <a:spcPts val="2000"/>
              </a:spcBef>
              <a:spcAft>
                <a:spcPts val="0"/>
              </a:spcAft>
              <a:buClr>
                <a:schemeClr val="dk1"/>
              </a:buClr>
              <a:buSzPts val="1800"/>
              <a:buChar char="•"/>
              <a:defRPr/>
            </a:lvl7pPr>
            <a:lvl8pPr marL="3657600" lvl="7" indent="-342900" algn="l">
              <a:lnSpc>
                <a:spcPct val="90000"/>
              </a:lnSpc>
              <a:spcBef>
                <a:spcPts val="2000"/>
              </a:spcBef>
              <a:spcAft>
                <a:spcPts val="0"/>
              </a:spcAft>
              <a:buClr>
                <a:schemeClr val="dk1"/>
              </a:buClr>
              <a:buSzPts val="1800"/>
              <a:buChar char="•"/>
              <a:defRPr/>
            </a:lvl8pPr>
            <a:lvl9pPr marL="4114800" lvl="8" indent="-342900" algn="l">
              <a:lnSpc>
                <a:spcPct val="90000"/>
              </a:lnSpc>
              <a:spcBef>
                <a:spcPts val="2000"/>
              </a:spcBef>
              <a:spcAft>
                <a:spcPts val="0"/>
              </a:spcAft>
              <a:buClr>
                <a:schemeClr val="dk1"/>
              </a:buClr>
              <a:buSzPts val="1800"/>
              <a:buChar char="•"/>
              <a:defRPr/>
            </a:lvl9pPr>
          </a:lstStyle>
          <a:p/>
        </p:txBody>
      </p:sp>
      <p:sp>
        <p:nvSpPr>
          <p:cNvPr id="75" name="Google Shape;75;p11"/>
          <p:cNvSpPr txBox="1"/>
          <p:nvPr>
            <p:ph type="dt" idx="10"/>
          </p:nvPr>
        </p:nvSpPr>
        <p:spPr>
          <a:xfrm>
            <a:off x="2514600" y="25425406"/>
            <a:ext cx="8229600" cy="14605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type="ftr" idx="11"/>
          </p:nvPr>
        </p:nvSpPr>
        <p:spPr>
          <a:xfrm>
            <a:off x="12115800" y="25425406"/>
            <a:ext cx="12344400" cy="14605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type="sldNum" idx="12"/>
          </p:nvPr>
        </p:nvSpPr>
        <p:spPr>
          <a:xfrm>
            <a:off x="25831800" y="25425406"/>
            <a:ext cx="8229600" cy="14605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CA"/>
            </a:fld>
            <a:endParaRPr lang="en-C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18494376" y="9140826"/>
            <a:ext cx="23247352" cy="7886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type="body" idx="1"/>
          </p:nvPr>
        </p:nvSpPr>
        <p:spPr>
          <a:xfrm rot="5400000">
            <a:off x="2492376" y="1482726"/>
            <a:ext cx="23247352" cy="232029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000"/>
              </a:spcBef>
              <a:spcAft>
                <a:spcPts val="0"/>
              </a:spcAft>
              <a:buClr>
                <a:schemeClr val="dk1"/>
              </a:buClr>
              <a:buSzPts val="1800"/>
              <a:buChar char="•"/>
              <a:defRPr/>
            </a:lvl1pPr>
            <a:lvl2pPr marL="914400" lvl="1" indent="-342900" algn="l">
              <a:lnSpc>
                <a:spcPct val="90000"/>
              </a:lnSpc>
              <a:spcBef>
                <a:spcPts val="2000"/>
              </a:spcBef>
              <a:spcAft>
                <a:spcPts val="0"/>
              </a:spcAft>
              <a:buClr>
                <a:schemeClr val="dk1"/>
              </a:buClr>
              <a:buSzPts val="1800"/>
              <a:buChar char="•"/>
              <a:defRPr/>
            </a:lvl2pPr>
            <a:lvl3pPr marL="1371600" lvl="2" indent="-342900" algn="l">
              <a:lnSpc>
                <a:spcPct val="90000"/>
              </a:lnSpc>
              <a:spcBef>
                <a:spcPts val="2000"/>
              </a:spcBef>
              <a:spcAft>
                <a:spcPts val="0"/>
              </a:spcAft>
              <a:buClr>
                <a:schemeClr val="dk1"/>
              </a:buClr>
              <a:buSzPts val="1800"/>
              <a:buChar char="•"/>
              <a:defRPr/>
            </a:lvl3pPr>
            <a:lvl4pPr marL="1828800" lvl="3" indent="-342900" algn="l">
              <a:lnSpc>
                <a:spcPct val="90000"/>
              </a:lnSpc>
              <a:spcBef>
                <a:spcPts val="2000"/>
              </a:spcBef>
              <a:spcAft>
                <a:spcPts val="0"/>
              </a:spcAft>
              <a:buClr>
                <a:schemeClr val="dk1"/>
              </a:buClr>
              <a:buSzPts val="1800"/>
              <a:buChar char="•"/>
              <a:defRPr/>
            </a:lvl4pPr>
            <a:lvl5pPr marL="2286000" lvl="4" indent="-342900" algn="l">
              <a:lnSpc>
                <a:spcPct val="90000"/>
              </a:lnSpc>
              <a:spcBef>
                <a:spcPts val="2000"/>
              </a:spcBef>
              <a:spcAft>
                <a:spcPts val="0"/>
              </a:spcAft>
              <a:buClr>
                <a:schemeClr val="dk1"/>
              </a:buClr>
              <a:buSzPts val="1800"/>
              <a:buChar char="•"/>
              <a:defRPr/>
            </a:lvl5pPr>
            <a:lvl6pPr marL="2743200" lvl="5" indent="-342900" algn="l">
              <a:lnSpc>
                <a:spcPct val="90000"/>
              </a:lnSpc>
              <a:spcBef>
                <a:spcPts val="2000"/>
              </a:spcBef>
              <a:spcAft>
                <a:spcPts val="0"/>
              </a:spcAft>
              <a:buClr>
                <a:schemeClr val="dk1"/>
              </a:buClr>
              <a:buSzPts val="1800"/>
              <a:buChar char="•"/>
              <a:defRPr/>
            </a:lvl6pPr>
            <a:lvl7pPr marL="3200400" lvl="6" indent="-342900" algn="l">
              <a:lnSpc>
                <a:spcPct val="90000"/>
              </a:lnSpc>
              <a:spcBef>
                <a:spcPts val="2000"/>
              </a:spcBef>
              <a:spcAft>
                <a:spcPts val="0"/>
              </a:spcAft>
              <a:buClr>
                <a:schemeClr val="dk1"/>
              </a:buClr>
              <a:buSzPts val="1800"/>
              <a:buChar char="•"/>
              <a:defRPr/>
            </a:lvl7pPr>
            <a:lvl8pPr marL="3657600" lvl="7" indent="-342900" algn="l">
              <a:lnSpc>
                <a:spcPct val="90000"/>
              </a:lnSpc>
              <a:spcBef>
                <a:spcPts val="2000"/>
              </a:spcBef>
              <a:spcAft>
                <a:spcPts val="0"/>
              </a:spcAft>
              <a:buClr>
                <a:schemeClr val="dk1"/>
              </a:buClr>
              <a:buSzPts val="1800"/>
              <a:buChar char="•"/>
              <a:defRPr/>
            </a:lvl8pPr>
            <a:lvl9pPr marL="4114800" lvl="8" indent="-342900" algn="l">
              <a:lnSpc>
                <a:spcPct val="90000"/>
              </a:lnSpc>
              <a:spcBef>
                <a:spcPts val="2000"/>
              </a:spcBef>
              <a:spcAft>
                <a:spcPts val="0"/>
              </a:spcAft>
              <a:buClr>
                <a:schemeClr val="dk1"/>
              </a:buClr>
              <a:buSzPts val="1800"/>
              <a:buChar char="•"/>
              <a:defRPr/>
            </a:lvl9pPr>
          </a:lstStyle>
          <a:p/>
        </p:txBody>
      </p:sp>
      <p:sp>
        <p:nvSpPr>
          <p:cNvPr id="81" name="Google Shape;81;p12"/>
          <p:cNvSpPr txBox="1"/>
          <p:nvPr>
            <p:ph type="dt" idx="10"/>
          </p:nvPr>
        </p:nvSpPr>
        <p:spPr>
          <a:xfrm>
            <a:off x="2514600" y="25425406"/>
            <a:ext cx="8229600" cy="14605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type="ftr" idx="11"/>
          </p:nvPr>
        </p:nvSpPr>
        <p:spPr>
          <a:xfrm>
            <a:off x="12115800" y="25425406"/>
            <a:ext cx="12344400" cy="14605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type="sldNum" idx="12"/>
          </p:nvPr>
        </p:nvSpPr>
        <p:spPr>
          <a:xfrm>
            <a:off x="25831800" y="25425406"/>
            <a:ext cx="8229600" cy="14605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CA"/>
            </a:fld>
            <a:endParaRPr lang="en-CA"/>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 name="Shape 9"/>
        <p:cNvGrpSpPr/>
        <p:nvPr/>
      </p:nvGrpSpPr>
      <p:grpSpPr>
        <a:xfrm>
          <a:off x="0" y="0"/>
          <a:ext cx="0" cy="0"/>
          <a:chOff x="0" y="0"/>
          <a:chExt cx="0" cy="0"/>
        </a:xfrm>
      </p:grpSpPr>
      <p:sp>
        <p:nvSpPr>
          <p:cNvPr id="10" name="Google Shape;10;p1"/>
          <p:cNvSpPr txBox="1"/>
          <p:nvPr>
            <p:ph type="title"/>
          </p:nvPr>
        </p:nvSpPr>
        <p:spPr>
          <a:xfrm>
            <a:off x="2514600" y="1460506"/>
            <a:ext cx="31546800" cy="530225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17600"/>
              <a:buFont typeface="Calibri"/>
              <a:buNone/>
              <a:defRPr sz="176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type="body" idx="1"/>
          </p:nvPr>
        </p:nvSpPr>
        <p:spPr>
          <a:xfrm>
            <a:off x="2514600" y="7302500"/>
            <a:ext cx="31546800" cy="17405352"/>
          </a:xfrm>
          <a:prstGeom prst="rect">
            <a:avLst/>
          </a:prstGeom>
          <a:noFill/>
          <a:ln>
            <a:noFill/>
          </a:ln>
        </p:spPr>
        <p:txBody>
          <a:bodyPr spcFirstLastPara="1" wrap="square" lIns="91425" tIns="45700" rIns="91425" bIns="45700" anchor="t" anchorCtr="0">
            <a:normAutofit/>
          </a:bodyPr>
          <a:lstStyle>
            <a:lvl1pPr marL="457200" marR="0" lvl="0" indent="-939800" algn="l" rtl="0">
              <a:lnSpc>
                <a:spcPct val="90000"/>
              </a:lnSpc>
              <a:spcBef>
                <a:spcPts val="4000"/>
              </a:spcBef>
              <a:spcAft>
                <a:spcPts val="0"/>
              </a:spcAft>
              <a:buClr>
                <a:schemeClr val="dk1"/>
              </a:buClr>
              <a:buSzPts val="11200"/>
              <a:buFont typeface="Arial" panose="020B0604020202090204"/>
              <a:buChar char="•"/>
              <a:defRPr sz="11200" b="0" i="0" u="none" strike="noStrike" cap="none">
                <a:solidFill>
                  <a:schemeClr val="dk1"/>
                </a:solidFill>
                <a:latin typeface="Calibri"/>
                <a:ea typeface="Calibri"/>
                <a:cs typeface="Calibri"/>
                <a:sym typeface="Calibri"/>
              </a:defRPr>
            </a:lvl1pPr>
            <a:lvl2pPr marL="914400" marR="0" lvl="1" indent="-838200" algn="l" rtl="0">
              <a:lnSpc>
                <a:spcPct val="90000"/>
              </a:lnSpc>
              <a:spcBef>
                <a:spcPts val="2000"/>
              </a:spcBef>
              <a:spcAft>
                <a:spcPts val="0"/>
              </a:spcAft>
              <a:buClr>
                <a:schemeClr val="dk1"/>
              </a:buClr>
              <a:buSzPts val="9600"/>
              <a:buFont typeface="Arial" panose="020B0604020202090204"/>
              <a:buChar char="•"/>
              <a:defRPr sz="9600" b="0" i="0" u="none" strike="noStrike" cap="none">
                <a:solidFill>
                  <a:schemeClr val="dk1"/>
                </a:solidFill>
                <a:latin typeface="Calibri"/>
                <a:ea typeface="Calibri"/>
                <a:cs typeface="Calibri"/>
                <a:sym typeface="Calibri"/>
              </a:defRPr>
            </a:lvl2pPr>
            <a:lvl3pPr marL="1371600" marR="0" lvl="2" indent="-736600" algn="l" rtl="0">
              <a:lnSpc>
                <a:spcPct val="90000"/>
              </a:lnSpc>
              <a:spcBef>
                <a:spcPts val="2000"/>
              </a:spcBef>
              <a:spcAft>
                <a:spcPts val="0"/>
              </a:spcAft>
              <a:buClr>
                <a:schemeClr val="dk1"/>
              </a:buClr>
              <a:buSzPts val="8000"/>
              <a:buFont typeface="Arial" panose="020B0604020202090204"/>
              <a:buChar char="•"/>
              <a:defRPr sz="8000" b="0" i="0" u="none" strike="noStrike" cap="none">
                <a:solidFill>
                  <a:schemeClr val="dk1"/>
                </a:solidFill>
                <a:latin typeface="Calibri"/>
                <a:ea typeface="Calibri"/>
                <a:cs typeface="Calibri"/>
                <a:sym typeface="Calibri"/>
              </a:defRPr>
            </a:lvl3pPr>
            <a:lvl4pPr marL="1828800" marR="0" lvl="3" indent="-685800" algn="l" rtl="0">
              <a:lnSpc>
                <a:spcPct val="90000"/>
              </a:lnSpc>
              <a:spcBef>
                <a:spcPts val="2000"/>
              </a:spcBef>
              <a:spcAft>
                <a:spcPts val="0"/>
              </a:spcAft>
              <a:buClr>
                <a:schemeClr val="dk1"/>
              </a:buClr>
              <a:buSzPts val="7200"/>
              <a:buFont typeface="Arial" panose="020B0604020202090204"/>
              <a:buChar char="•"/>
              <a:defRPr sz="7200" b="0" i="0" u="none" strike="noStrike" cap="none">
                <a:solidFill>
                  <a:schemeClr val="dk1"/>
                </a:solidFill>
                <a:latin typeface="Calibri"/>
                <a:ea typeface="Calibri"/>
                <a:cs typeface="Calibri"/>
                <a:sym typeface="Calibri"/>
              </a:defRPr>
            </a:lvl4pPr>
            <a:lvl5pPr marL="2286000" marR="0" lvl="4" indent="-685800" algn="l" rtl="0">
              <a:lnSpc>
                <a:spcPct val="90000"/>
              </a:lnSpc>
              <a:spcBef>
                <a:spcPts val="2000"/>
              </a:spcBef>
              <a:spcAft>
                <a:spcPts val="0"/>
              </a:spcAft>
              <a:buClr>
                <a:schemeClr val="dk1"/>
              </a:buClr>
              <a:buSzPts val="7200"/>
              <a:buFont typeface="Arial" panose="020B0604020202090204"/>
              <a:buChar char="•"/>
              <a:defRPr sz="7200" b="0" i="0" u="none" strike="noStrike" cap="none">
                <a:solidFill>
                  <a:schemeClr val="dk1"/>
                </a:solidFill>
                <a:latin typeface="Calibri"/>
                <a:ea typeface="Calibri"/>
                <a:cs typeface="Calibri"/>
                <a:sym typeface="Calibri"/>
              </a:defRPr>
            </a:lvl5pPr>
            <a:lvl6pPr marL="2743200" marR="0" lvl="5" indent="-685800" algn="l" rtl="0">
              <a:lnSpc>
                <a:spcPct val="90000"/>
              </a:lnSpc>
              <a:spcBef>
                <a:spcPts val="2000"/>
              </a:spcBef>
              <a:spcAft>
                <a:spcPts val="0"/>
              </a:spcAft>
              <a:buClr>
                <a:schemeClr val="dk1"/>
              </a:buClr>
              <a:buSzPts val="7200"/>
              <a:buFont typeface="Arial" panose="020B0604020202090204"/>
              <a:buChar char="•"/>
              <a:defRPr sz="7200" b="0" i="0" u="none" strike="noStrike" cap="none">
                <a:solidFill>
                  <a:schemeClr val="dk1"/>
                </a:solidFill>
                <a:latin typeface="Calibri"/>
                <a:ea typeface="Calibri"/>
                <a:cs typeface="Calibri"/>
                <a:sym typeface="Calibri"/>
              </a:defRPr>
            </a:lvl6pPr>
            <a:lvl7pPr marL="3200400" marR="0" lvl="6" indent="-685800" algn="l" rtl="0">
              <a:lnSpc>
                <a:spcPct val="90000"/>
              </a:lnSpc>
              <a:spcBef>
                <a:spcPts val="2000"/>
              </a:spcBef>
              <a:spcAft>
                <a:spcPts val="0"/>
              </a:spcAft>
              <a:buClr>
                <a:schemeClr val="dk1"/>
              </a:buClr>
              <a:buSzPts val="7200"/>
              <a:buFont typeface="Arial" panose="020B0604020202090204"/>
              <a:buChar char="•"/>
              <a:defRPr sz="7200" b="0" i="0" u="none" strike="noStrike" cap="none">
                <a:solidFill>
                  <a:schemeClr val="dk1"/>
                </a:solidFill>
                <a:latin typeface="Calibri"/>
                <a:ea typeface="Calibri"/>
                <a:cs typeface="Calibri"/>
                <a:sym typeface="Calibri"/>
              </a:defRPr>
            </a:lvl7pPr>
            <a:lvl8pPr marL="3657600" marR="0" lvl="7" indent="-685800" algn="l" rtl="0">
              <a:lnSpc>
                <a:spcPct val="90000"/>
              </a:lnSpc>
              <a:spcBef>
                <a:spcPts val="2000"/>
              </a:spcBef>
              <a:spcAft>
                <a:spcPts val="0"/>
              </a:spcAft>
              <a:buClr>
                <a:schemeClr val="dk1"/>
              </a:buClr>
              <a:buSzPts val="7200"/>
              <a:buFont typeface="Arial" panose="020B0604020202090204"/>
              <a:buChar char="•"/>
              <a:defRPr sz="7200" b="0" i="0" u="none" strike="noStrike" cap="none">
                <a:solidFill>
                  <a:schemeClr val="dk1"/>
                </a:solidFill>
                <a:latin typeface="Calibri"/>
                <a:ea typeface="Calibri"/>
                <a:cs typeface="Calibri"/>
                <a:sym typeface="Calibri"/>
              </a:defRPr>
            </a:lvl8pPr>
            <a:lvl9pPr marL="4114800" marR="0" lvl="8" indent="-685800" algn="l" rtl="0">
              <a:lnSpc>
                <a:spcPct val="90000"/>
              </a:lnSpc>
              <a:spcBef>
                <a:spcPts val="2000"/>
              </a:spcBef>
              <a:spcAft>
                <a:spcPts val="0"/>
              </a:spcAft>
              <a:buClr>
                <a:schemeClr val="dk1"/>
              </a:buClr>
              <a:buSzPts val="7200"/>
              <a:buFont typeface="Arial" panose="020B0604020202090204"/>
              <a:buChar char="•"/>
              <a:defRPr sz="7200" b="0" i="0" u="none" strike="noStrike" cap="none">
                <a:solidFill>
                  <a:schemeClr val="dk1"/>
                </a:solidFill>
                <a:latin typeface="Calibri"/>
                <a:ea typeface="Calibri"/>
                <a:cs typeface="Calibri"/>
                <a:sym typeface="Calibri"/>
              </a:defRPr>
            </a:lvl9pPr>
          </a:lstStyle>
          <a:p/>
        </p:txBody>
      </p:sp>
      <p:sp>
        <p:nvSpPr>
          <p:cNvPr id="12" name="Google Shape;12;p1"/>
          <p:cNvSpPr txBox="1"/>
          <p:nvPr>
            <p:ph type="dt" idx="10"/>
          </p:nvPr>
        </p:nvSpPr>
        <p:spPr>
          <a:xfrm>
            <a:off x="2514600" y="25425406"/>
            <a:ext cx="8229600" cy="1460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4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13" name="Google Shape;13;p1"/>
          <p:cNvSpPr txBox="1"/>
          <p:nvPr>
            <p:ph type="ftr" idx="11"/>
          </p:nvPr>
        </p:nvSpPr>
        <p:spPr>
          <a:xfrm>
            <a:off x="12115800" y="25425406"/>
            <a:ext cx="12344400" cy="14605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14" name="Google Shape;14;p1"/>
          <p:cNvSpPr txBox="1"/>
          <p:nvPr>
            <p:ph type="sldNum" idx="12"/>
          </p:nvPr>
        </p:nvSpPr>
        <p:spPr>
          <a:xfrm>
            <a:off x="25831800" y="25425406"/>
            <a:ext cx="8229600" cy="14605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4800" b="0" i="0" u="none" strike="noStrike" cap="none">
                <a:solidFill>
                  <a:srgbClr val="888888"/>
                </a:solidFill>
                <a:latin typeface="Calibri"/>
                <a:ea typeface="Calibri"/>
                <a:cs typeface="Calibri"/>
                <a:sym typeface="Calibri"/>
              </a:defRPr>
            </a:lvl1pPr>
            <a:lvl2pPr marL="0" marR="0" lvl="1" indent="0" algn="r" rtl="0">
              <a:spcBef>
                <a:spcPts val="0"/>
              </a:spcBef>
              <a:buNone/>
              <a:defRPr sz="4800" b="0" i="0" u="none" strike="noStrike" cap="none">
                <a:solidFill>
                  <a:srgbClr val="888888"/>
                </a:solidFill>
                <a:latin typeface="Calibri"/>
                <a:ea typeface="Calibri"/>
                <a:cs typeface="Calibri"/>
                <a:sym typeface="Calibri"/>
              </a:defRPr>
            </a:lvl2pPr>
            <a:lvl3pPr marL="0" marR="0" lvl="2" indent="0" algn="r" rtl="0">
              <a:spcBef>
                <a:spcPts val="0"/>
              </a:spcBef>
              <a:buNone/>
              <a:defRPr sz="4800" b="0" i="0" u="none" strike="noStrike" cap="none">
                <a:solidFill>
                  <a:srgbClr val="888888"/>
                </a:solidFill>
                <a:latin typeface="Calibri"/>
                <a:ea typeface="Calibri"/>
                <a:cs typeface="Calibri"/>
                <a:sym typeface="Calibri"/>
              </a:defRPr>
            </a:lvl3pPr>
            <a:lvl4pPr marL="0" marR="0" lvl="3" indent="0" algn="r" rtl="0">
              <a:spcBef>
                <a:spcPts val="0"/>
              </a:spcBef>
              <a:buNone/>
              <a:defRPr sz="4800" b="0" i="0" u="none" strike="noStrike" cap="none">
                <a:solidFill>
                  <a:srgbClr val="888888"/>
                </a:solidFill>
                <a:latin typeface="Calibri"/>
                <a:ea typeface="Calibri"/>
                <a:cs typeface="Calibri"/>
                <a:sym typeface="Calibri"/>
              </a:defRPr>
            </a:lvl4pPr>
            <a:lvl5pPr marL="0" marR="0" lvl="4" indent="0" algn="r" rtl="0">
              <a:spcBef>
                <a:spcPts val="0"/>
              </a:spcBef>
              <a:buNone/>
              <a:defRPr sz="4800" b="0" i="0" u="none" strike="noStrike" cap="none">
                <a:solidFill>
                  <a:srgbClr val="888888"/>
                </a:solidFill>
                <a:latin typeface="Calibri"/>
                <a:ea typeface="Calibri"/>
                <a:cs typeface="Calibri"/>
                <a:sym typeface="Calibri"/>
              </a:defRPr>
            </a:lvl5pPr>
            <a:lvl6pPr marL="0" marR="0" lvl="5" indent="0" algn="r" rtl="0">
              <a:spcBef>
                <a:spcPts val="0"/>
              </a:spcBef>
              <a:buNone/>
              <a:defRPr sz="4800" b="0" i="0" u="none" strike="noStrike" cap="none">
                <a:solidFill>
                  <a:srgbClr val="888888"/>
                </a:solidFill>
                <a:latin typeface="Calibri"/>
                <a:ea typeface="Calibri"/>
                <a:cs typeface="Calibri"/>
                <a:sym typeface="Calibri"/>
              </a:defRPr>
            </a:lvl6pPr>
            <a:lvl7pPr marL="0" marR="0" lvl="6" indent="0" algn="r" rtl="0">
              <a:spcBef>
                <a:spcPts val="0"/>
              </a:spcBef>
              <a:buNone/>
              <a:defRPr sz="4800" b="0" i="0" u="none" strike="noStrike" cap="none">
                <a:solidFill>
                  <a:srgbClr val="888888"/>
                </a:solidFill>
                <a:latin typeface="Calibri"/>
                <a:ea typeface="Calibri"/>
                <a:cs typeface="Calibri"/>
                <a:sym typeface="Calibri"/>
              </a:defRPr>
            </a:lvl7pPr>
            <a:lvl8pPr marL="0" marR="0" lvl="7" indent="0" algn="r" rtl="0">
              <a:spcBef>
                <a:spcPts val="0"/>
              </a:spcBef>
              <a:buNone/>
              <a:defRPr sz="4800" b="0" i="0" u="none" strike="noStrike" cap="none">
                <a:solidFill>
                  <a:srgbClr val="888888"/>
                </a:solidFill>
                <a:latin typeface="Calibri"/>
                <a:ea typeface="Calibri"/>
                <a:cs typeface="Calibri"/>
                <a:sym typeface="Calibri"/>
              </a:defRPr>
            </a:lvl8pPr>
            <a:lvl9pPr marL="0" marR="0" lvl="8" indent="0" algn="r" rtl="0">
              <a:spcBef>
                <a:spcPts val="0"/>
              </a:spcBef>
              <a:buNone/>
              <a:defRPr sz="4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CA"/>
            </a:fld>
            <a:endParaRPr lang="en-C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5" Type="http://schemas.openxmlformats.org/officeDocument/2006/relationships/notesSlide" Target="../notesSlides/notesSlide1.xml"/><Relationship Id="rId14" Type="http://schemas.openxmlformats.org/officeDocument/2006/relationships/slideLayout" Target="../slideLayouts/slideLayout1.xml"/><Relationship Id="rId13" Type="http://schemas.openxmlformats.org/officeDocument/2006/relationships/image" Target="../media/image13.png"/><Relationship Id="rId12" Type="http://schemas.openxmlformats.org/officeDocument/2006/relationships/image" Target="../media/image12.png"/><Relationship Id="rId11" Type="http://schemas.openxmlformats.org/officeDocument/2006/relationships/image" Target="../media/image11.jpeg"/><Relationship Id="rId10" Type="http://schemas.openxmlformats.org/officeDocument/2006/relationships/image" Target="../media/image10.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88" name="Shape 88"/>
        <p:cNvGrpSpPr/>
        <p:nvPr/>
      </p:nvGrpSpPr>
      <p:grpSpPr>
        <a:xfrm>
          <a:off x="0" y="0"/>
          <a:ext cx="0" cy="0"/>
          <a:chOff x="0" y="0"/>
          <a:chExt cx="0" cy="0"/>
        </a:xfrm>
      </p:grpSpPr>
      <p:sp>
        <p:nvSpPr>
          <p:cNvPr id="89" name="Google Shape;89;p13"/>
          <p:cNvSpPr/>
          <p:nvPr/>
        </p:nvSpPr>
        <p:spPr>
          <a:xfrm>
            <a:off x="-27299" y="2966102"/>
            <a:ext cx="36576000" cy="25389300"/>
          </a:xfrm>
          <a:prstGeom prst="rect">
            <a:avLst/>
          </a:prstGeom>
          <a:solidFill>
            <a:srgbClr val="EFECE5"/>
          </a:solidFill>
          <a:ln>
            <a:noFill/>
          </a:ln>
        </p:spPr>
        <p:txBody>
          <a:bodyPr spcFirstLastPara="1" wrap="square" lIns="91425" tIns="45700" rIns="91425" bIns="45700" anchor="ctr" anchorCtr="0">
            <a:noAutofit/>
          </a:bodyPr>
          <a:lstStyle/>
          <a:p>
            <a:pPr marL="0" lvl="0" indent="0" algn="l" rtl="0">
              <a:lnSpc>
                <a:spcPct val="115000"/>
              </a:lnSpc>
              <a:spcBef>
                <a:spcPts val="0"/>
              </a:spcBef>
              <a:spcAft>
                <a:spcPts val="0"/>
              </a:spcAft>
              <a:buClr>
                <a:schemeClr val="dk1"/>
              </a:buClr>
              <a:buSzPts val="1100"/>
              <a:buFont typeface="Arial" panose="020B0604020202090204"/>
              <a:buNone/>
            </a:pPr>
            <a:r>
              <a:rPr lang="en-CA" sz="4425">
                <a:solidFill>
                  <a:schemeClr val="lt1"/>
                </a:solidFill>
                <a:latin typeface="Open Sans"/>
                <a:ea typeface="Open Sans"/>
                <a:cs typeface="Open Sans"/>
                <a:sym typeface="Open Sans"/>
              </a:rPr>
              <a:t> </a:t>
            </a:r>
            <a:endParaRPr sz="4425" b="0" i="0" u="none" strike="noStrike" cap="none">
              <a:solidFill>
                <a:schemeClr val="lt1"/>
              </a:solidFill>
              <a:latin typeface="Open Sans"/>
              <a:ea typeface="Open Sans"/>
              <a:cs typeface="Open Sans"/>
              <a:sym typeface="Open Sans"/>
            </a:endParaRPr>
          </a:p>
        </p:txBody>
      </p:sp>
      <p:sp>
        <p:nvSpPr>
          <p:cNvPr id="90" name="Google Shape;90;p13"/>
          <p:cNvSpPr/>
          <p:nvPr/>
        </p:nvSpPr>
        <p:spPr>
          <a:xfrm>
            <a:off x="0" y="1"/>
            <a:ext cx="36576000" cy="2966100"/>
          </a:xfrm>
          <a:prstGeom prst="rect">
            <a:avLst/>
          </a:prstGeom>
          <a:solidFill>
            <a:srgbClr val="3535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4425" b="0" i="0" u="none" strike="noStrike" cap="none">
              <a:solidFill>
                <a:schemeClr val="lt1"/>
              </a:solidFill>
              <a:latin typeface="Open Sans"/>
              <a:ea typeface="Open Sans"/>
              <a:cs typeface="Open Sans"/>
              <a:sym typeface="Open Sans"/>
            </a:endParaRPr>
          </a:p>
        </p:txBody>
      </p:sp>
      <p:sp>
        <p:nvSpPr>
          <p:cNvPr id="91" name="Google Shape;91;p13"/>
          <p:cNvSpPr/>
          <p:nvPr/>
        </p:nvSpPr>
        <p:spPr>
          <a:xfrm>
            <a:off x="-54744" y="404911"/>
            <a:ext cx="36576000" cy="10998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CA" sz="6545" b="1" i="0" u="none" strike="noStrike" cap="none">
                <a:solidFill>
                  <a:schemeClr val="lt1"/>
                </a:solidFill>
                <a:latin typeface="Open Sans"/>
                <a:ea typeface="Open Sans"/>
                <a:cs typeface="Open Sans"/>
                <a:sym typeface="Open Sans"/>
              </a:rPr>
              <a:t>Dance Alignment Analysis for Group Choreography Learning</a:t>
            </a:r>
            <a:endParaRPr sz="6545" b="1" i="0" u="none" strike="noStrike" cap="none">
              <a:solidFill>
                <a:schemeClr val="lt1"/>
              </a:solidFill>
              <a:latin typeface="Open Sans"/>
              <a:ea typeface="Open Sans"/>
              <a:cs typeface="Open Sans"/>
              <a:sym typeface="Open Sans"/>
            </a:endParaRPr>
          </a:p>
          <a:p>
            <a:pPr marL="0" lvl="0" indent="0" algn="ctr" rtl="0">
              <a:spcBef>
                <a:spcPts val="0"/>
              </a:spcBef>
              <a:spcAft>
                <a:spcPts val="0"/>
              </a:spcAft>
              <a:buClr>
                <a:schemeClr val="dk1"/>
              </a:buClr>
              <a:buSzPts val="1100"/>
              <a:buFont typeface="Arial" panose="020B0604020202090204"/>
              <a:buNone/>
            </a:pPr>
            <a:endParaRPr sz="6545" b="1" i="0" u="none" strike="noStrike" cap="none">
              <a:solidFill>
                <a:schemeClr val="lt1"/>
              </a:solidFill>
              <a:latin typeface="Open Sans"/>
              <a:ea typeface="Open Sans"/>
              <a:cs typeface="Open Sans"/>
              <a:sym typeface="Open Sans"/>
            </a:endParaRPr>
          </a:p>
          <a:p>
            <a:pPr marL="0" marR="0" lvl="0" indent="0" algn="ctr" rtl="0">
              <a:spcBef>
                <a:spcPts val="0"/>
              </a:spcBef>
              <a:spcAft>
                <a:spcPts val="0"/>
              </a:spcAft>
              <a:buNone/>
            </a:pPr>
            <a:endParaRPr sz="6545" b="1">
              <a:solidFill>
                <a:schemeClr val="lt1"/>
              </a:solidFill>
              <a:latin typeface="Open Sans"/>
              <a:ea typeface="Open Sans"/>
              <a:cs typeface="Open Sans"/>
              <a:sym typeface="Open Sans"/>
            </a:endParaRPr>
          </a:p>
        </p:txBody>
      </p:sp>
      <p:sp>
        <p:nvSpPr>
          <p:cNvPr id="92" name="Google Shape;92;p13"/>
          <p:cNvSpPr txBox="1"/>
          <p:nvPr/>
        </p:nvSpPr>
        <p:spPr>
          <a:xfrm>
            <a:off x="0" y="1535817"/>
            <a:ext cx="36521400" cy="9321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CA" sz="5455">
                <a:solidFill>
                  <a:schemeClr val="lt1"/>
                </a:solidFill>
                <a:latin typeface="Open Sans"/>
                <a:ea typeface="Open Sans"/>
                <a:cs typeface="Open Sans"/>
                <a:sym typeface="Open Sans"/>
              </a:rPr>
              <a:t>Huitian Ding</a:t>
            </a:r>
            <a:r>
              <a:rPr lang="en-CA" sz="5455" b="0" i="0" u="none" strike="noStrike" cap="none">
                <a:solidFill>
                  <a:schemeClr val="lt1"/>
                </a:solidFill>
                <a:latin typeface="Open Sans"/>
                <a:ea typeface="Open Sans"/>
                <a:cs typeface="Open Sans"/>
                <a:sym typeface="Open Sans"/>
              </a:rPr>
              <a:t>		</a:t>
            </a:r>
            <a:r>
              <a:rPr lang="en-CA" sz="5455">
                <a:solidFill>
                  <a:schemeClr val="lt1"/>
                </a:solidFill>
                <a:latin typeface="Open Sans"/>
                <a:ea typeface="Open Sans"/>
                <a:cs typeface="Open Sans"/>
                <a:sym typeface="Open Sans"/>
              </a:rPr>
              <a:t>Qien Lin</a:t>
            </a:r>
            <a:r>
              <a:rPr lang="en-CA" sz="5455" b="0" i="0" u="none" strike="noStrike" cap="none">
                <a:solidFill>
                  <a:schemeClr val="lt1"/>
                </a:solidFill>
                <a:latin typeface="Open Sans"/>
                <a:ea typeface="Open Sans"/>
                <a:cs typeface="Open Sans"/>
                <a:sym typeface="Open Sans"/>
              </a:rPr>
              <a:t>		</a:t>
            </a:r>
            <a:r>
              <a:rPr lang="en-CA" sz="5455">
                <a:solidFill>
                  <a:schemeClr val="lt1"/>
                </a:solidFill>
                <a:latin typeface="Open Sans"/>
                <a:ea typeface="Open Sans"/>
                <a:cs typeface="Open Sans"/>
                <a:sym typeface="Open Sans"/>
              </a:rPr>
              <a:t>Mohan Wang</a:t>
            </a:r>
            <a:r>
              <a:rPr lang="en-CA" sz="5455" b="0" i="0" u="none" strike="noStrike" cap="none">
                <a:solidFill>
                  <a:schemeClr val="lt1"/>
                </a:solidFill>
                <a:latin typeface="Open Sans"/>
                <a:ea typeface="Open Sans"/>
                <a:cs typeface="Open Sans"/>
                <a:sym typeface="Open Sans"/>
              </a:rPr>
              <a:t>		</a:t>
            </a:r>
            <a:r>
              <a:rPr lang="en-CA" sz="5455">
                <a:solidFill>
                  <a:schemeClr val="lt1"/>
                </a:solidFill>
                <a:latin typeface="Open Sans"/>
                <a:ea typeface="Open Sans"/>
                <a:cs typeface="Open Sans"/>
                <a:sym typeface="Open Sans"/>
              </a:rPr>
              <a:t>Yanmi Yu</a:t>
            </a:r>
            <a:endParaRPr lang="en-CA" sz="5455">
              <a:solidFill>
                <a:schemeClr val="lt1"/>
              </a:solidFill>
              <a:latin typeface="Open Sans"/>
              <a:ea typeface="Open Sans"/>
              <a:cs typeface="Open Sans"/>
              <a:sym typeface="Open Sans"/>
            </a:endParaRPr>
          </a:p>
        </p:txBody>
      </p:sp>
      <p:pic>
        <p:nvPicPr>
          <p:cNvPr id="93" name="Google Shape;93;p13"/>
          <p:cNvPicPr preferRelativeResize="0"/>
          <p:nvPr/>
        </p:nvPicPr>
        <p:blipFill rotWithShape="1">
          <a:blip r:embed="rId1"/>
          <a:srcRect/>
          <a:stretch>
            <a:fillRect/>
          </a:stretch>
        </p:blipFill>
        <p:spPr>
          <a:xfrm>
            <a:off x="575480" y="83168"/>
            <a:ext cx="2317894" cy="2694253"/>
          </a:xfrm>
          <a:prstGeom prst="rect">
            <a:avLst/>
          </a:prstGeom>
          <a:noFill/>
          <a:ln>
            <a:noFill/>
          </a:ln>
        </p:spPr>
      </p:pic>
      <p:sp>
        <p:nvSpPr>
          <p:cNvPr id="94" name="Google Shape;94;p13"/>
          <p:cNvSpPr txBox="1"/>
          <p:nvPr/>
        </p:nvSpPr>
        <p:spPr>
          <a:xfrm>
            <a:off x="33248601" y="328854"/>
            <a:ext cx="3272700" cy="2308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CA" sz="7200" b="1">
                <a:solidFill>
                  <a:schemeClr val="lt1"/>
                </a:solidFill>
                <a:latin typeface="Open Sans"/>
                <a:ea typeface="Open Sans"/>
                <a:cs typeface="Open Sans"/>
                <a:sym typeface="Open Sans"/>
              </a:rPr>
              <a:t>CSCI</a:t>
            </a:r>
            <a:br>
              <a:rPr lang="en-CA" sz="7200" b="1">
                <a:solidFill>
                  <a:schemeClr val="lt1"/>
                </a:solidFill>
                <a:latin typeface="Open Sans"/>
                <a:ea typeface="Open Sans"/>
                <a:cs typeface="Open Sans"/>
                <a:sym typeface="Open Sans"/>
              </a:rPr>
            </a:br>
            <a:r>
              <a:rPr lang="en-CA" sz="7200" b="1">
                <a:solidFill>
                  <a:schemeClr val="lt1"/>
                </a:solidFill>
                <a:latin typeface="Open Sans"/>
                <a:ea typeface="Open Sans"/>
                <a:cs typeface="Open Sans"/>
                <a:sym typeface="Open Sans"/>
              </a:rPr>
              <a:t>1430</a:t>
            </a:r>
            <a:endParaRPr sz="7200" b="1">
              <a:solidFill>
                <a:schemeClr val="lt1"/>
              </a:solidFill>
              <a:latin typeface="Open Sans"/>
              <a:ea typeface="Open Sans"/>
              <a:cs typeface="Open Sans"/>
              <a:sym typeface="Open Sans"/>
            </a:endParaRPr>
          </a:p>
        </p:txBody>
      </p:sp>
      <p:pic>
        <p:nvPicPr>
          <p:cNvPr id="95" name="Google Shape;95;p13" title="Screenshot 2026-05-02 at 23.04.53.png"/>
          <p:cNvPicPr preferRelativeResize="0"/>
          <p:nvPr/>
        </p:nvPicPr>
        <p:blipFill>
          <a:blip r:embed="rId2"/>
          <a:stretch>
            <a:fillRect/>
          </a:stretch>
        </p:blipFill>
        <p:spPr>
          <a:xfrm>
            <a:off x="18701650" y="4710395"/>
            <a:ext cx="4073006" cy="2308799"/>
          </a:xfrm>
          <a:prstGeom prst="rect">
            <a:avLst/>
          </a:prstGeom>
          <a:solidFill>
            <a:srgbClr val="F9F6EF"/>
          </a:solidFill>
          <a:ln>
            <a:noFill/>
          </a:ln>
        </p:spPr>
      </p:pic>
      <p:pic>
        <p:nvPicPr>
          <p:cNvPr id="96" name="Google Shape;96;p13" title="Screenshot 2026-05-02 at 23.05.35.png"/>
          <p:cNvPicPr preferRelativeResize="0"/>
          <p:nvPr/>
        </p:nvPicPr>
        <p:blipFill>
          <a:blip r:embed="rId3"/>
          <a:stretch>
            <a:fillRect/>
          </a:stretch>
        </p:blipFill>
        <p:spPr>
          <a:xfrm>
            <a:off x="18701650" y="7335845"/>
            <a:ext cx="4073001" cy="2181400"/>
          </a:xfrm>
          <a:prstGeom prst="rect">
            <a:avLst/>
          </a:prstGeom>
          <a:noFill/>
          <a:ln>
            <a:noFill/>
          </a:ln>
        </p:spPr>
      </p:pic>
      <p:sp>
        <p:nvSpPr>
          <p:cNvPr id="97" name="Google Shape;97;p13"/>
          <p:cNvSpPr txBox="1"/>
          <p:nvPr/>
        </p:nvSpPr>
        <p:spPr>
          <a:xfrm>
            <a:off x="19668950" y="6982861"/>
            <a:ext cx="2138400" cy="16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CA" sz="1700">
                <a:solidFill>
                  <a:schemeClr val="dk1"/>
                </a:solidFill>
                <a:latin typeface="Calibri"/>
                <a:ea typeface="Calibri"/>
                <a:cs typeface="Calibri"/>
                <a:sym typeface="Calibri"/>
              </a:rPr>
              <a:t>Reference </a:t>
            </a:r>
            <a:r>
              <a:rPr lang="en-CA" sz="1700">
                <a:solidFill>
                  <a:schemeClr val="dk1"/>
                </a:solidFill>
                <a:latin typeface="Calibri"/>
                <a:ea typeface="Calibri"/>
                <a:cs typeface="Calibri"/>
                <a:sym typeface="Calibri"/>
              </a:rPr>
              <a:t>perform</a:t>
            </a:r>
            <a:r>
              <a:rPr lang="en-CA" sz="1700">
                <a:solidFill>
                  <a:schemeClr val="dk1"/>
                </a:solidFill>
                <a:latin typeface="Calibri"/>
                <a:ea typeface="Calibri"/>
                <a:cs typeface="Calibri"/>
                <a:sym typeface="Calibri"/>
              </a:rPr>
              <a:t>er</a:t>
            </a:r>
            <a:endParaRPr sz="1700">
              <a:solidFill>
                <a:schemeClr val="dk1"/>
              </a:solidFill>
              <a:latin typeface="Calibri"/>
              <a:ea typeface="Calibri"/>
              <a:cs typeface="Calibri"/>
              <a:sym typeface="Calibri"/>
            </a:endParaRPr>
          </a:p>
        </p:txBody>
      </p:sp>
      <p:sp>
        <p:nvSpPr>
          <p:cNvPr id="98" name="Google Shape;98;p13"/>
          <p:cNvSpPr txBox="1"/>
          <p:nvPr/>
        </p:nvSpPr>
        <p:spPr>
          <a:xfrm>
            <a:off x="20170325" y="9648924"/>
            <a:ext cx="3001200" cy="30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CA" sz="1700">
                <a:solidFill>
                  <a:schemeClr val="dk1"/>
                </a:solidFill>
                <a:latin typeface="Calibri"/>
                <a:ea typeface="Calibri"/>
                <a:cs typeface="Calibri"/>
                <a:sym typeface="Calibri"/>
              </a:rPr>
              <a:t>Learner</a:t>
            </a:r>
            <a:endParaRPr sz="1700">
              <a:solidFill>
                <a:schemeClr val="dk1"/>
              </a:solidFill>
              <a:latin typeface="Calibri"/>
              <a:ea typeface="Calibri"/>
              <a:cs typeface="Calibri"/>
              <a:sym typeface="Calibri"/>
            </a:endParaRPr>
          </a:p>
        </p:txBody>
      </p:sp>
      <p:sp>
        <p:nvSpPr>
          <p:cNvPr id="99" name="Google Shape;99;p13"/>
          <p:cNvSpPr txBox="1"/>
          <p:nvPr/>
        </p:nvSpPr>
        <p:spPr>
          <a:xfrm>
            <a:off x="537075" y="11275506"/>
            <a:ext cx="5444400" cy="551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CA" sz="2700" b="1">
                <a:solidFill>
                  <a:schemeClr val="dk1"/>
                </a:solidFill>
                <a:latin typeface="Calibri"/>
                <a:ea typeface="Calibri"/>
                <a:cs typeface="Calibri"/>
                <a:sym typeface="Calibri"/>
              </a:rPr>
              <a:t>1</a:t>
            </a:r>
            <a:r>
              <a:rPr lang="en-CA" sz="2700" b="1">
                <a:solidFill>
                  <a:schemeClr val="dk1"/>
                </a:solidFill>
                <a:latin typeface="Calibri"/>
                <a:ea typeface="Calibri"/>
                <a:cs typeface="Calibri"/>
                <a:sym typeface="Calibri"/>
              </a:rPr>
              <a:t>. Simple Baseline Pose Estimation:  </a:t>
            </a:r>
            <a:r>
              <a:rPr lang="en-CA" sz="2700">
                <a:solidFill>
                  <a:schemeClr val="dk1"/>
                </a:solidFill>
                <a:latin typeface="Calibri"/>
                <a:ea typeface="Calibri"/>
                <a:cs typeface="Calibri"/>
                <a:sym typeface="Calibri"/>
              </a:rPr>
              <a:t>We implemented SimpleBaseLine (Xiao et al., ECCV 2018) from scratch. The model uses a ResNet-like backbone to extract image features and 3 deconvolutional layers to produce 17 joint heatmaps, with  joint coordinates are extracted via argmax. A YOLOv8 person detector crops each dancer before inference. Trained on COCO keypoints 2017 using MSE loss on Gaussian heatmaps.</a:t>
            </a:r>
            <a:endParaRPr sz="2700">
              <a:solidFill>
                <a:schemeClr val="dk1"/>
              </a:solidFill>
              <a:latin typeface="Calibri"/>
              <a:ea typeface="Calibri"/>
              <a:cs typeface="Calibri"/>
              <a:sym typeface="Calibri"/>
            </a:endParaRPr>
          </a:p>
        </p:txBody>
      </p:sp>
      <p:sp>
        <p:nvSpPr>
          <p:cNvPr id="100" name="Google Shape;100;p13"/>
          <p:cNvSpPr txBox="1"/>
          <p:nvPr/>
        </p:nvSpPr>
        <p:spPr>
          <a:xfrm>
            <a:off x="17511350" y="11311465"/>
            <a:ext cx="4945500" cy="610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CA" sz="2700" b="1">
                <a:solidFill>
                  <a:schemeClr val="dk1"/>
                </a:solidFill>
                <a:latin typeface="Calibri"/>
                <a:ea typeface="Calibri"/>
                <a:cs typeface="Calibri"/>
                <a:sym typeface="Calibri"/>
              </a:rPr>
              <a:t>4.LSTM Temporal Error Detector</a:t>
            </a:r>
            <a:r>
              <a:rPr lang="en-CA" sz="2700">
                <a:solidFill>
                  <a:schemeClr val="dk1"/>
                </a:solidFill>
                <a:latin typeface="Calibri"/>
                <a:ea typeface="Calibri"/>
                <a:cs typeface="Calibri"/>
                <a:sym typeface="Calibri"/>
              </a:rPr>
              <a:t>: A unidirectional LSTM takes a per-frame 24-dimensional difference feature vector (6 body parts × 4 error metric) and outputs P(off) per frame per body part. Any contiguous window where P(off) &gt; 0.5 for ≥ 0.5 s is surfaced as a timestamped deviation interval. This replaces the old fixed geometric threshold with a learned temporal model that suppresses transient noise and merges fragmented alerts into coherent </a:t>
            </a:r>
            <a:r>
              <a:rPr lang="en-CA" sz="2700">
                <a:solidFill>
                  <a:schemeClr val="dk1"/>
                </a:solidFill>
                <a:latin typeface="Calibri"/>
                <a:ea typeface="Calibri"/>
                <a:cs typeface="Calibri"/>
                <a:sym typeface="Calibri"/>
              </a:rPr>
              <a:t>feedback</a:t>
            </a:r>
            <a:r>
              <a:rPr lang="en-CA" sz="2700">
                <a:solidFill>
                  <a:schemeClr val="dk1"/>
                </a:solidFill>
                <a:latin typeface="Calibri"/>
                <a:ea typeface="Calibri"/>
                <a:cs typeface="Calibri"/>
                <a:sym typeface="Calibri"/>
              </a:rPr>
              <a:t>.</a:t>
            </a:r>
            <a:endParaRPr sz="2700">
              <a:solidFill>
                <a:schemeClr val="dk1"/>
              </a:solidFill>
              <a:latin typeface="Calibri"/>
              <a:ea typeface="Calibri"/>
              <a:cs typeface="Calibri"/>
              <a:sym typeface="Calibri"/>
            </a:endParaRPr>
          </a:p>
        </p:txBody>
      </p:sp>
      <p:sp>
        <p:nvSpPr>
          <p:cNvPr id="101" name="Google Shape;101;p13"/>
          <p:cNvSpPr txBox="1"/>
          <p:nvPr/>
        </p:nvSpPr>
        <p:spPr>
          <a:xfrm>
            <a:off x="5818675" y="11304271"/>
            <a:ext cx="5601000" cy="610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CA" sz="2500" b="1">
                <a:solidFill>
                  <a:schemeClr val="dk1"/>
                </a:solidFill>
                <a:latin typeface="Calibri"/>
                <a:ea typeface="Calibri"/>
                <a:cs typeface="Calibri"/>
                <a:sym typeface="Calibri"/>
              </a:rPr>
              <a:t>2. GNN Embedding-Based Alignment:</a:t>
            </a:r>
            <a:endParaRPr sz="2500" b="1">
              <a:solidFill>
                <a:schemeClr val="dk1"/>
              </a:solidFill>
              <a:latin typeface="Calibri"/>
              <a:ea typeface="Calibri"/>
              <a:cs typeface="Calibri"/>
              <a:sym typeface="Calibri"/>
            </a:endParaRPr>
          </a:p>
          <a:p>
            <a:pPr marL="0" lvl="0" indent="0" algn="l" rtl="0">
              <a:spcBef>
                <a:spcPts val="0"/>
              </a:spcBef>
              <a:spcAft>
                <a:spcPts val="0"/>
              </a:spcAft>
              <a:buNone/>
            </a:pPr>
            <a:r>
              <a:rPr lang="en-CA" sz="2500">
                <a:solidFill>
                  <a:schemeClr val="dk1"/>
                </a:solidFill>
                <a:latin typeface="Calibri"/>
                <a:ea typeface="Calibri"/>
                <a:cs typeface="Calibri"/>
                <a:sym typeface="Calibri"/>
              </a:rPr>
              <a:t>We encode each normalized 17-joint pose frame as a skeleton graph, where joints are nodes and body connections are edges. A graph neural network maps each frame into a 128-dimensional movement embedding. Instead of comparing only raw keypoint positions, we perform Dynamic Time </a:t>
            </a:r>
            <a:r>
              <a:rPr lang="en-CA" sz="2500">
                <a:solidFill>
                  <a:schemeClr val="dk1"/>
                </a:solidFill>
                <a:latin typeface="Calibri"/>
                <a:ea typeface="Calibri"/>
                <a:cs typeface="Calibri"/>
                <a:sym typeface="Calibri"/>
              </a:rPr>
              <a:t>Warping</a:t>
            </a:r>
            <a:r>
              <a:rPr lang="en-CA" sz="2500">
                <a:solidFill>
                  <a:schemeClr val="dk1"/>
                </a:solidFill>
                <a:latin typeface="Calibri"/>
                <a:ea typeface="Calibri"/>
                <a:cs typeface="Calibri"/>
                <a:sym typeface="Calibri"/>
              </a:rPr>
              <a:t>(DTW) in this learned embedding space to align motion patterns across time. We then compute cosine similarity between aligned embeddings and plot the similarity curve to show when the learner is semantically aligned with or diverges from the reference choreography.</a:t>
            </a:r>
            <a:endParaRPr sz="2500" b="1">
              <a:solidFill>
                <a:schemeClr val="dk1"/>
              </a:solidFill>
              <a:latin typeface="Calibri"/>
              <a:ea typeface="Calibri"/>
              <a:cs typeface="Calibri"/>
              <a:sym typeface="Calibri"/>
            </a:endParaRPr>
          </a:p>
        </p:txBody>
      </p:sp>
      <p:sp>
        <p:nvSpPr>
          <p:cNvPr id="102" name="Google Shape;102;p13"/>
          <p:cNvSpPr txBox="1"/>
          <p:nvPr/>
        </p:nvSpPr>
        <p:spPr>
          <a:xfrm flipH="1">
            <a:off x="11361957" y="11255435"/>
            <a:ext cx="6217200" cy="63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1200"/>
              </a:spcBef>
              <a:spcAft>
                <a:spcPts val="0"/>
              </a:spcAft>
              <a:buClr>
                <a:schemeClr val="dk1"/>
              </a:buClr>
              <a:buSzPts val="1100"/>
              <a:buFont typeface="Arial" panose="020B0604020202090204"/>
              <a:buNone/>
            </a:pPr>
            <a:r>
              <a:rPr lang="en-CA" sz="2700" b="1">
                <a:solidFill>
                  <a:schemeClr val="dk1"/>
                </a:solidFill>
                <a:latin typeface="Calibri"/>
                <a:ea typeface="Calibri"/>
                <a:cs typeface="Calibri"/>
                <a:sym typeface="Calibri"/>
              </a:rPr>
              <a:t>3a. HRNet Pose Estimation:</a:t>
            </a:r>
            <a:r>
              <a:rPr lang="en-CA" sz="2700">
                <a:solidFill>
                  <a:schemeClr val="dk1"/>
                </a:solidFill>
                <a:latin typeface="Calibri"/>
                <a:ea typeface="Calibri"/>
                <a:cs typeface="Calibri"/>
                <a:sym typeface="Calibri"/>
              </a:rPr>
              <a:t> We use an HRNet-W32 top-down model to predict 17 joint heatmaps from cropped dancer frames. It preserves high-resolution features through multi-scale fusion and uses a 1×1 pose head. We train from scratch on AIST++ keypoints with visibility-masked MSE loss.</a:t>
            </a:r>
            <a:endParaRPr sz="2700">
              <a:solidFill>
                <a:schemeClr val="dk1"/>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panose="020B0604020202090204"/>
              <a:buNone/>
            </a:pPr>
            <a:r>
              <a:rPr lang="en-CA" sz="2700" b="1">
                <a:solidFill>
                  <a:schemeClr val="dk1"/>
                </a:solidFill>
                <a:latin typeface="Calibri"/>
                <a:ea typeface="Calibri"/>
                <a:cs typeface="Calibri"/>
                <a:sym typeface="Calibri"/>
              </a:rPr>
              <a:t>3b. Fine-tuned HRNet:</a:t>
            </a:r>
            <a:r>
              <a:rPr lang="en-CA" sz="2700">
                <a:solidFill>
                  <a:schemeClr val="dk1"/>
                </a:solidFill>
                <a:latin typeface="Calibri"/>
                <a:ea typeface="Calibri"/>
                <a:cs typeface="Calibri"/>
                <a:sym typeface="Calibri"/>
              </a:rPr>
              <a:t> We also fine-tune an ImageNet-initialized HRNet-W32 backbone with a randomly initialized pose head. A smaller backbone LR and larger head LR adapt visual features to dance pose estimation.</a:t>
            </a:r>
            <a:endParaRPr sz="2700">
              <a:solidFill>
                <a:schemeClr val="dk1"/>
              </a:solidFill>
            </a:endParaRPr>
          </a:p>
          <a:p>
            <a:pPr marL="0" lvl="0" indent="0" algn="l" rtl="0">
              <a:spcBef>
                <a:spcPts val="1200"/>
              </a:spcBef>
              <a:spcAft>
                <a:spcPts val="0"/>
              </a:spcAft>
              <a:buNone/>
            </a:pPr>
            <a:endParaRPr sz="2700">
              <a:solidFill>
                <a:schemeClr val="dk1"/>
              </a:solidFill>
              <a:latin typeface="Calibri"/>
              <a:ea typeface="Calibri"/>
              <a:cs typeface="Calibri"/>
              <a:sym typeface="Calibri"/>
            </a:endParaRPr>
          </a:p>
        </p:txBody>
      </p:sp>
      <p:grpSp>
        <p:nvGrpSpPr>
          <p:cNvPr id="103" name="Google Shape;103;p13"/>
          <p:cNvGrpSpPr/>
          <p:nvPr/>
        </p:nvGrpSpPr>
        <p:grpSpPr>
          <a:xfrm>
            <a:off x="310938" y="3536775"/>
            <a:ext cx="35844635" cy="23857127"/>
            <a:chOff x="355131" y="3807034"/>
            <a:chExt cx="39428704" cy="26242577"/>
          </a:xfrm>
        </p:grpSpPr>
        <p:sp>
          <p:nvSpPr>
            <p:cNvPr id="104" name="Google Shape;104;p13"/>
            <p:cNvSpPr txBox="1"/>
            <p:nvPr/>
          </p:nvSpPr>
          <p:spPr>
            <a:xfrm>
              <a:off x="564651" y="19239687"/>
              <a:ext cx="24386400" cy="1025400"/>
            </a:xfrm>
            <a:prstGeom prst="rect">
              <a:avLst/>
            </a:prstGeom>
            <a:solidFill>
              <a:srgbClr val="E7312D"/>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4364"/>
                <a:buFont typeface="Open Sans"/>
                <a:buNone/>
              </a:pPr>
              <a:r>
                <a:rPr lang="en-CA" sz="4365" b="1">
                  <a:solidFill>
                    <a:schemeClr val="lt1"/>
                  </a:solidFill>
                  <a:latin typeface="Calibri"/>
                  <a:ea typeface="Calibri"/>
                  <a:cs typeface="Calibri"/>
                  <a:sym typeface="Calibri"/>
                </a:rPr>
                <a:t>Results</a:t>
              </a:r>
              <a:endParaRPr>
                <a:latin typeface="Calibri"/>
                <a:ea typeface="Calibri"/>
                <a:cs typeface="Calibri"/>
                <a:sym typeface="Calibri"/>
              </a:endParaRPr>
            </a:p>
          </p:txBody>
        </p:sp>
        <p:grpSp>
          <p:nvGrpSpPr>
            <p:cNvPr id="105" name="Google Shape;105;p13"/>
            <p:cNvGrpSpPr/>
            <p:nvPr/>
          </p:nvGrpSpPr>
          <p:grpSpPr>
            <a:xfrm>
              <a:off x="25205230" y="27562494"/>
              <a:ext cx="14570401" cy="2487117"/>
              <a:chOff x="25124208" y="27481427"/>
              <a:chExt cx="14570401" cy="2487117"/>
            </a:xfrm>
          </p:grpSpPr>
          <p:sp>
            <p:nvSpPr>
              <p:cNvPr id="106" name="Google Shape;106;p13"/>
              <p:cNvSpPr txBox="1"/>
              <p:nvPr/>
            </p:nvSpPr>
            <p:spPr>
              <a:xfrm>
                <a:off x="25124209" y="27481427"/>
                <a:ext cx="14570400" cy="643500"/>
              </a:xfrm>
              <a:prstGeom prst="rect">
                <a:avLst/>
              </a:prstGeom>
              <a:solidFill>
                <a:srgbClr val="E7312D"/>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3273"/>
                  <a:buFont typeface="Open Sans"/>
                  <a:buNone/>
                </a:pPr>
                <a:r>
                  <a:rPr lang="en-CA" sz="3275" b="1" u="none">
                    <a:solidFill>
                      <a:schemeClr val="lt1"/>
                    </a:solidFill>
                    <a:latin typeface="Calibri"/>
                    <a:ea typeface="Calibri"/>
                    <a:cs typeface="Calibri"/>
                    <a:sym typeface="Calibri"/>
                  </a:rPr>
                  <a:t>References</a:t>
                </a:r>
                <a:endParaRPr>
                  <a:latin typeface="Calibri"/>
                  <a:ea typeface="Calibri"/>
                  <a:cs typeface="Calibri"/>
                  <a:sym typeface="Calibri"/>
                </a:endParaRPr>
              </a:p>
            </p:txBody>
          </p:sp>
          <p:sp>
            <p:nvSpPr>
              <p:cNvPr id="107" name="Google Shape;107;p13"/>
              <p:cNvSpPr/>
              <p:nvPr/>
            </p:nvSpPr>
            <p:spPr>
              <a:xfrm>
                <a:off x="25124208" y="28156244"/>
                <a:ext cx="14570400" cy="1812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CA" sz="1500">
                    <a:solidFill>
                      <a:schemeClr val="dk1"/>
                    </a:solidFill>
                    <a:latin typeface="Calibri"/>
                    <a:ea typeface="Calibri"/>
                    <a:cs typeface="Calibri"/>
                    <a:sym typeface="Calibri"/>
                  </a:rPr>
                  <a:t>[1] Bazarevsky, Valentin, et al. BlazePose: On-device Real-time Body Pose Tracking. 2020. arXiv, arXiv:2006.10204.</a:t>
                </a:r>
                <a:endParaRPr sz="1500">
                  <a:latin typeface="Calibri"/>
                  <a:ea typeface="Calibri"/>
                  <a:cs typeface="Calibri"/>
                  <a:sym typeface="Calibri"/>
                </a:endParaRPr>
              </a:p>
              <a:p>
                <a:pPr marL="0" marR="0" lvl="0" indent="0" algn="l" rtl="0">
                  <a:spcBef>
                    <a:spcPts val="0"/>
                  </a:spcBef>
                  <a:spcAft>
                    <a:spcPts val="0"/>
                  </a:spcAft>
                  <a:buNone/>
                </a:pPr>
                <a:r>
                  <a:rPr lang="en-CA" sz="1500">
                    <a:solidFill>
                      <a:schemeClr val="dk1"/>
                    </a:solidFill>
                    <a:latin typeface="Calibri"/>
                    <a:ea typeface="Calibri"/>
                    <a:cs typeface="Calibri"/>
                    <a:sym typeface="Calibri"/>
                  </a:rPr>
                  <a:t>[2] Kim, Jong-Wook, et al. “Human Pose Estimation Using MediaPipe Pose and Optimization Method Based on a Humanoid Model.” Applied Sciences, vol. 13, no. 4, 2023, p. 2700.</a:t>
                </a:r>
                <a:endParaRPr sz="1500">
                  <a:solidFill>
                    <a:schemeClr val="dk1"/>
                  </a:solidFill>
                  <a:latin typeface="Calibri"/>
                  <a:ea typeface="Calibri"/>
                  <a:cs typeface="Calibri"/>
                  <a:sym typeface="Calibri"/>
                </a:endParaRPr>
              </a:p>
              <a:p>
                <a:pPr marL="0" marR="0" lvl="0" indent="0" algn="l" rtl="0">
                  <a:spcBef>
                    <a:spcPts val="0"/>
                  </a:spcBef>
                  <a:spcAft>
                    <a:spcPts val="0"/>
                  </a:spcAft>
                  <a:buNone/>
                </a:pPr>
                <a:r>
                  <a:rPr lang="en-CA" sz="1500">
                    <a:solidFill>
                      <a:schemeClr val="dk1"/>
                    </a:solidFill>
                    <a:latin typeface="Calibri"/>
                    <a:ea typeface="Calibri"/>
                    <a:cs typeface="Calibri"/>
                    <a:sym typeface="Calibri"/>
                  </a:rPr>
                  <a:t>[3] Xiao et al., "Simple Baselines for Human Pose Estimation and Tracking," ECCV 2018.</a:t>
                </a:r>
                <a:endParaRPr sz="1500">
                  <a:solidFill>
                    <a:schemeClr val="dk1"/>
                  </a:solidFill>
                  <a:latin typeface="Calibri"/>
                  <a:ea typeface="Calibri"/>
                  <a:cs typeface="Calibri"/>
                  <a:sym typeface="Calibri"/>
                </a:endParaRPr>
              </a:p>
              <a:p>
                <a:pPr marL="0" marR="0" lvl="0" indent="0" algn="l" rtl="0">
                  <a:spcBef>
                    <a:spcPts val="0"/>
                  </a:spcBef>
                  <a:spcAft>
                    <a:spcPts val="0"/>
                  </a:spcAft>
                  <a:buNone/>
                </a:pPr>
                <a:r>
                  <a:rPr lang="en-CA" sz="1500">
                    <a:solidFill>
                      <a:schemeClr val="dk1"/>
                    </a:solidFill>
                    <a:latin typeface="Calibri"/>
                    <a:ea typeface="Calibri"/>
                    <a:cs typeface="Calibri"/>
                    <a:sym typeface="Calibri"/>
                  </a:rPr>
                  <a:t>[4] "Private K-Pop Dance Class Singapore," Middle Class, middleclass.sg/trending/private-k-pop-dance-class-singapore/. </a:t>
                </a:r>
                <a:endParaRPr sz="1500">
                  <a:solidFill>
                    <a:schemeClr val="dk1"/>
                  </a:solidFill>
                  <a:latin typeface="Calibri"/>
                  <a:ea typeface="Calibri"/>
                  <a:cs typeface="Calibri"/>
                  <a:sym typeface="Calibri"/>
                </a:endParaRPr>
              </a:p>
              <a:p>
                <a:pPr marL="0" marR="0" lvl="0" indent="0" algn="l" rtl="0">
                  <a:spcBef>
                    <a:spcPts val="0"/>
                  </a:spcBef>
                  <a:spcAft>
                    <a:spcPts val="0"/>
                  </a:spcAft>
                  <a:buNone/>
                </a:pPr>
                <a:r>
                  <a:rPr lang="en-CA" sz="1500">
                    <a:solidFill>
                      <a:schemeClr val="dk1"/>
                    </a:solidFill>
                    <a:latin typeface="Calibri"/>
                    <a:ea typeface="Calibri"/>
                    <a:cs typeface="Calibri"/>
                    <a:sym typeface="Calibri"/>
                  </a:rPr>
                  <a:t>[5] “3 Easy Beginner Dance Moves” by steezystutio, Youtub. Accessed 4 May 2026.</a:t>
                </a:r>
                <a:endParaRPr sz="1500">
                  <a:solidFill>
                    <a:schemeClr val="dk1"/>
                  </a:solidFill>
                  <a:latin typeface="Calibri"/>
                  <a:ea typeface="Calibri"/>
                  <a:cs typeface="Calibri"/>
                  <a:sym typeface="Calibri"/>
                </a:endParaRPr>
              </a:p>
            </p:txBody>
          </p:sp>
        </p:grpSp>
        <p:sp>
          <p:nvSpPr>
            <p:cNvPr id="108" name="Google Shape;108;p13"/>
            <p:cNvSpPr txBox="1"/>
            <p:nvPr/>
          </p:nvSpPr>
          <p:spPr>
            <a:xfrm>
              <a:off x="564651" y="11136728"/>
              <a:ext cx="24386400" cy="1025400"/>
            </a:xfrm>
            <a:prstGeom prst="rect">
              <a:avLst/>
            </a:prstGeom>
            <a:solidFill>
              <a:srgbClr val="E7312D"/>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4364"/>
                <a:buFont typeface="Open Sans"/>
                <a:buNone/>
              </a:pPr>
              <a:r>
                <a:rPr lang="en-CA" sz="4365" b="1">
                  <a:solidFill>
                    <a:schemeClr val="lt1"/>
                  </a:solidFill>
                  <a:latin typeface="Calibri"/>
                  <a:ea typeface="Calibri"/>
                  <a:cs typeface="Calibri"/>
                  <a:sym typeface="Calibri"/>
                </a:rPr>
                <a:t> Approach</a:t>
              </a:r>
              <a:endParaRPr>
                <a:latin typeface="Calibri"/>
                <a:ea typeface="Calibri"/>
                <a:cs typeface="Calibri"/>
                <a:sym typeface="Calibri"/>
              </a:endParaRPr>
            </a:p>
          </p:txBody>
        </p:sp>
        <p:grpSp>
          <p:nvGrpSpPr>
            <p:cNvPr id="109" name="Google Shape;109;p13"/>
            <p:cNvGrpSpPr/>
            <p:nvPr/>
          </p:nvGrpSpPr>
          <p:grpSpPr>
            <a:xfrm>
              <a:off x="355131" y="3807034"/>
              <a:ext cx="39428704" cy="7261402"/>
              <a:chOff x="355131" y="3807034"/>
              <a:chExt cx="39428704" cy="7261402"/>
            </a:xfrm>
          </p:grpSpPr>
          <p:grpSp>
            <p:nvGrpSpPr>
              <p:cNvPr id="110" name="Google Shape;110;p13"/>
              <p:cNvGrpSpPr/>
              <p:nvPr/>
            </p:nvGrpSpPr>
            <p:grpSpPr>
              <a:xfrm>
                <a:off x="355131" y="3810239"/>
                <a:ext cx="13013937" cy="6572995"/>
                <a:chOff x="206740" y="3780336"/>
                <a:chExt cx="16557172" cy="6572995"/>
              </a:xfrm>
            </p:grpSpPr>
            <p:sp>
              <p:nvSpPr>
                <p:cNvPr id="111" name="Google Shape;111;p13"/>
                <p:cNvSpPr txBox="1"/>
                <p:nvPr/>
              </p:nvSpPr>
              <p:spPr>
                <a:xfrm>
                  <a:off x="473312" y="3780336"/>
                  <a:ext cx="16290600" cy="959100"/>
                </a:xfrm>
                <a:prstGeom prst="rect">
                  <a:avLst/>
                </a:prstGeom>
                <a:solidFill>
                  <a:srgbClr val="E7312D"/>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4364"/>
                    <a:buFont typeface="Open Sans"/>
                    <a:buNone/>
                  </a:pPr>
                  <a:r>
                    <a:rPr lang="en-CA" sz="4365" b="1" i="0" u="none" strike="noStrike" cap="none">
                      <a:solidFill>
                        <a:schemeClr val="lt1"/>
                      </a:solidFill>
                      <a:latin typeface="Calibri"/>
                      <a:ea typeface="Calibri"/>
                      <a:cs typeface="Calibri"/>
                      <a:sym typeface="Calibri"/>
                    </a:rPr>
                    <a:t>Motivation</a:t>
                  </a:r>
                  <a:endParaRPr>
                    <a:latin typeface="Calibri"/>
                    <a:ea typeface="Calibri"/>
                    <a:cs typeface="Calibri"/>
                    <a:sym typeface="Calibri"/>
                  </a:endParaRPr>
                </a:p>
              </p:txBody>
            </p:sp>
            <p:grpSp>
              <p:nvGrpSpPr>
                <p:cNvPr id="112" name="Google Shape;112;p13"/>
                <p:cNvGrpSpPr/>
                <p:nvPr/>
              </p:nvGrpSpPr>
              <p:grpSpPr>
                <a:xfrm>
                  <a:off x="206740" y="5043631"/>
                  <a:ext cx="15868206" cy="5309700"/>
                  <a:chOff x="72051" y="5043631"/>
                  <a:chExt cx="15868206" cy="5309700"/>
                </a:xfrm>
              </p:grpSpPr>
              <p:sp>
                <p:nvSpPr>
                  <p:cNvPr id="113" name="Google Shape;113;p13"/>
                  <p:cNvSpPr txBox="1"/>
                  <p:nvPr/>
                </p:nvSpPr>
                <p:spPr>
                  <a:xfrm>
                    <a:off x="72051" y="5043631"/>
                    <a:ext cx="9920400" cy="5309700"/>
                  </a:xfrm>
                  <a:prstGeom prst="rect">
                    <a:avLst/>
                  </a:prstGeom>
                  <a:noFill/>
                  <a:ln>
                    <a:noFill/>
                  </a:ln>
                </p:spPr>
                <p:txBody>
                  <a:bodyPr spcFirstLastPara="1" wrap="square" lIns="91425" tIns="45700" rIns="91425" bIns="45700" anchor="t" anchorCtr="0">
                    <a:spAutoFit/>
                  </a:bodyPr>
                  <a:lstStyle/>
                  <a:p>
                    <a:pPr marL="457200" lvl="0" indent="-431800" algn="l" rtl="0">
                      <a:lnSpc>
                        <a:spcPct val="115000"/>
                      </a:lnSpc>
                      <a:spcBef>
                        <a:spcPts val="1200"/>
                      </a:spcBef>
                      <a:spcAft>
                        <a:spcPts val="0"/>
                      </a:spcAft>
                      <a:buClr>
                        <a:schemeClr val="dk1"/>
                      </a:buClr>
                      <a:buSzPts val="3200"/>
                      <a:buFont typeface="Calibri"/>
                      <a:buChar char="-"/>
                    </a:pPr>
                    <a:r>
                      <a:rPr lang="en-CA" sz="3200" b="1">
                        <a:solidFill>
                          <a:schemeClr val="dk1"/>
                        </a:solidFill>
                        <a:latin typeface="Calibri"/>
                        <a:ea typeface="Calibri"/>
                        <a:cs typeface="Calibri"/>
                        <a:sym typeface="Calibri"/>
                      </a:rPr>
                      <a:t>Dance learners on YouTube &amp; TikTok have no way to know what they're doing wrong </a:t>
                    </a:r>
                    <a:endParaRPr sz="3200" b="1">
                      <a:solidFill>
                        <a:schemeClr val="dk1"/>
                      </a:solidFill>
                      <a:latin typeface="Calibri"/>
                      <a:ea typeface="Calibri"/>
                      <a:cs typeface="Calibri"/>
                      <a:sym typeface="Calibri"/>
                    </a:endParaRPr>
                  </a:p>
                  <a:p>
                    <a:pPr marL="457200" lvl="0" indent="-431800" algn="l" rtl="0">
                      <a:lnSpc>
                        <a:spcPct val="115000"/>
                      </a:lnSpc>
                      <a:spcBef>
                        <a:spcPts val="0"/>
                      </a:spcBef>
                      <a:spcAft>
                        <a:spcPts val="0"/>
                      </a:spcAft>
                      <a:buClr>
                        <a:schemeClr val="dk1"/>
                      </a:buClr>
                      <a:buSzPts val="3200"/>
                      <a:buFont typeface="Calibri"/>
                      <a:buChar char="-"/>
                    </a:pPr>
                    <a:r>
                      <a:rPr lang="en-CA" sz="3200" b="1">
                        <a:solidFill>
                          <a:schemeClr val="dk1"/>
                        </a:solidFill>
                        <a:latin typeface="Calibri"/>
                        <a:ea typeface="Calibri"/>
                        <a:cs typeface="Calibri"/>
                        <a:sym typeface="Calibri"/>
                      </a:rPr>
                      <a:t>Existing tools only give a single score, not which body part, not when </a:t>
                    </a:r>
                    <a:endParaRPr sz="3200" b="1">
                      <a:solidFill>
                        <a:schemeClr val="dk1"/>
                      </a:solidFill>
                      <a:latin typeface="Calibri"/>
                      <a:ea typeface="Calibri"/>
                      <a:cs typeface="Calibri"/>
                      <a:sym typeface="Calibri"/>
                    </a:endParaRPr>
                  </a:p>
                  <a:p>
                    <a:pPr marL="457200" lvl="0" indent="-431800" algn="l" rtl="0">
                      <a:lnSpc>
                        <a:spcPct val="115000"/>
                      </a:lnSpc>
                      <a:spcBef>
                        <a:spcPts val="0"/>
                      </a:spcBef>
                      <a:spcAft>
                        <a:spcPts val="0"/>
                      </a:spcAft>
                      <a:buClr>
                        <a:schemeClr val="dk1"/>
                      </a:buClr>
                      <a:buSzPts val="3200"/>
                      <a:buFont typeface="Calibri"/>
                      <a:buChar char="-"/>
                    </a:pPr>
                    <a:r>
                      <a:rPr lang="en-CA" sz="3200" b="1">
                        <a:solidFill>
                          <a:schemeClr val="dk1"/>
                        </a:solidFill>
                        <a:latin typeface="Calibri"/>
                        <a:ea typeface="Calibri"/>
                        <a:cs typeface="Calibri"/>
                        <a:sym typeface="Calibri"/>
                      </a:rPr>
                      <a:t>We use pose estimation to give specific, timely movement feedback</a:t>
                    </a:r>
                    <a:endParaRPr sz="3200" b="1">
                      <a:solidFill>
                        <a:schemeClr val="dk1"/>
                      </a:solidFill>
                      <a:latin typeface="Calibri"/>
                      <a:ea typeface="Calibri"/>
                      <a:cs typeface="Calibri"/>
                      <a:sym typeface="Calibri"/>
                    </a:endParaRPr>
                  </a:p>
                  <a:p>
                    <a:pPr marL="0" marR="0" lvl="0" indent="0" algn="ctr" rtl="0">
                      <a:spcBef>
                        <a:spcPts val="1200"/>
                      </a:spcBef>
                      <a:spcAft>
                        <a:spcPts val="0"/>
                      </a:spcAft>
                      <a:buNone/>
                    </a:pPr>
                    <a:endParaRPr sz="4000">
                      <a:solidFill>
                        <a:schemeClr val="dk1"/>
                      </a:solidFill>
                      <a:latin typeface="Calibri"/>
                      <a:ea typeface="Calibri"/>
                      <a:cs typeface="Calibri"/>
                      <a:sym typeface="Calibri"/>
                    </a:endParaRPr>
                  </a:p>
                </p:txBody>
              </p:sp>
              <p:sp>
                <p:nvSpPr>
                  <p:cNvPr id="114" name="Google Shape;114;p13"/>
                  <p:cNvSpPr txBox="1"/>
                  <p:nvPr/>
                </p:nvSpPr>
                <p:spPr>
                  <a:xfrm>
                    <a:off x="9777357" y="5043636"/>
                    <a:ext cx="6162900" cy="33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a:latin typeface="Calibri"/>
                      <a:ea typeface="Calibri"/>
                      <a:cs typeface="Calibri"/>
                      <a:sym typeface="Calibri"/>
                    </a:endParaRPr>
                  </a:p>
                </p:txBody>
              </p:sp>
            </p:grpSp>
          </p:grpSp>
          <p:grpSp>
            <p:nvGrpSpPr>
              <p:cNvPr id="115" name="Google Shape;115;p13"/>
              <p:cNvGrpSpPr/>
              <p:nvPr/>
            </p:nvGrpSpPr>
            <p:grpSpPr>
              <a:xfrm>
                <a:off x="25446402" y="3807034"/>
                <a:ext cx="14337433" cy="7261402"/>
                <a:chOff x="25446404" y="3773928"/>
                <a:chExt cx="14337433" cy="7261402"/>
              </a:xfrm>
            </p:grpSpPr>
            <p:sp>
              <p:nvSpPr>
                <p:cNvPr id="116" name="Google Shape;116;p13"/>
                <p:cNvSpPr txBox="1"/>
                <p:nvPr/>
              </p:nvSpPr>
              <p:spPr>
                <a:xfrm>
                  <a:off x="25518537" y="3773928"/>
                  <a:ext cx="14265300" cy="959100"/>
                </a:xfrm>
                <a:prstGeom prst="rect">
                  <a:avLst/>
                </a:prstGeom>
                <a:solidFill>
                  <a:srgbClr val="E7312D"/>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4364"/>
                    <a:buFont typeface="Open Sans"/>
                    <a:buNone/>
                  </a:pPr>
                  <a:r>
                    <a:rPr lang="en-CA" sz="4365" b="1" u="none">
                      <a:solidFill>
                        <a:schemeClr val="lt1"/>
                      </a:solidFill>
                      <a:latin typeface="Calibri"/>
                      <a:ea typeface="Calibri"/>
                      <a:cs typeface="Calibri"/>
                      <a:sym typeface="Calibri"/>
                    </a:rPr>
                    <a:t>Goal</a:t>
                  </a:r>
                  <a:endParaRPr>
                    <a:latin typeface="Calibri"/>
                    <a:ea typeface="Calibri"/>
                    <a:cs typeface="Calibri"/>
                    <a:sym typeface="Calibri"/>
                  </a:endParaRPr>
                </a:p>
              </p:txBody>
            </p:sp>
            <p:sp>
              <p:nvSpPr>
                <p:cNvPr id="117" name="Google Shape;117;p13"/>
                <p:cNvSpPr txBox="1"/>
                <p:nvPr/>
              </p:nvSpPr>
              <p:spPr>
                <a:xfrm>
                  <a:off x="25446404" y="4796230"/>
                  <a:ext cx="14265300" cy="6239100"/>
                </a:xfrm>
                <a:prstGeom prst="rect">
                  <a:avLst/>
                </a:prstGeom>
                <a:noFill/>
                <a:ln>
                  <a:noFill/>
                </a:ln>
              </p:spPr>
              <p:txBody>
                <a:bodyPr spcFirstLastPara="1" wrap="square" lIns="91425" tIns="45700" rIns="91425" bIns="45700" anchor="t" anchorCtr="0">
                  <a:spAutoFit/>
                </a:bodyPr>
                <a:lstStyle/>
                <a:p>
                  <a:pPr marL="457200" lvl="0" indent="-412750" algn="l" rtl="0">
                    <a:lnSpc>
                      <a:spcPct val="115000"/>
                    </a:lnSpc>
                    <a:spcBef>
                      <a:spcPts val="1200"/>
                    </a:spcBef>
                    <a:spcAft>
                      <a:spcPts val="0"/>
                    </a:spcAft>
                    <a:buClr>
                      <a:schemeClr val="dk1"/>
                    </a:buClr>
                    <a:buSzPts val="2900"/>
                    <a:buFont typeface="Calibri"/>
                    <a:buAutoNum type="arabicPeriod"/>
                  </a:pPr>
                  <a:r>
                    <a:rPr lang="en-CA" sz="2900" b="1">
                      <a:solidFill>
                        <a:schemeClr val="dk1"/>
                      </a:solidFill>
                      <a:latin typeface="Calibri"/>
                      <a:ea typeface="Calibri"/>
                      <a:cs typeface="Calibri"/>
                      <a:sym typeface="Calibri"/>
                    </a:rPr>
                    <a:t>Build a benchmark-based dance alignment pipeline</a:t>
                  </a:r>
                  <a:r>
                    <a:rPr lang="en-CA" sz="2900">
                      <a:solidFill>
                        <a:schemeClr val="dk1"/>
                      </a:solidFill>
                      <a:latin typeface="Calibri"/>
                      <a:ea typeface="Calibri"/>
                      <a:cs typeface="Calibri"/>
                      <a:sym typeface="Calibri"/>
                    </a:rPr>
                    <a:t> that compares a learner’s dance video against a reference choreography video.</a:t>
                  </a:r>
                  <a:endParaRPr sz="2900">
                    <a:solidFill>
                      <a:schemeClr val="dk1"/>
                    </a:solidFill>
                    <a:latin typeface="Calibri"/>
                    <a:ea typeface="Calibri"/>
                    <a:cs typeface="Calibri"/>
                    <a:sym typeface="Calibri"/>
                  </a:endParaRPr>
                </a:p>
                <a:p>
                  <a:pPr marL="457200" lvl="0" indent="-412750" algn="l" rtl="0">
                    <a:lnSpc>
                      <a:spcPct val="115000"/>
                    </a:lnSpc>
                    <a:spcBef>
                      <a:spcPts val="0"/>
                    </a:spcBef>
                    <a:spcAft>
                      <a:spcPts val="0"/>
                    </a:spcAft>
                    <a:buClr>
                      <a:schemeClr val="dk1"/>
                    </a:buClr>
                    <a:buSzPts val="2900"/>
                    <a:buFont typeface="Calibri"/>
                    <a:buAutoNum type="arabicPeriod"/>
                  </a:pPr>
                  <a:r>
                    <a:rPr lang="en-CA" sz="2900" b="1">
                      <a:solidFill>
                        <a:schemeClr val="dk1"/>
                      </a:solidFill>
                      <a:latin typeface="Calibri"/>
                      <a:ea typeface="Calibri"/>
                      <a:cs typeface="Calibri"/>
                      <a:sym typeface="Calibri"/>
                    </a:rPr>
                    <a:t>Extract pose and motion representations from both videos</a:t>
                  </a:r>
                  <a:r>
                    <a:rPr lang="en-CA" sz="2900">
                      <a:solidFill>
                        <a:schemeClr val="dk1"/>
                      </a:solidFill>
                      <a:latin typeface="Calibri"/>
                      <a:ea typeface="Calibri"/>
                      <a:cs typeface="Calibri"/>
                      <a:sym typeface="Calibri"/>
                    </a:rPr>
                    <a:t> using multiple model branches, including SimpleBaseline, HRNet-W32, and a GNN-based pose encoder.</a:t>
                  </a:r>
                  <a:endParaRPr sz="2900">
                    <a:solidFill>
                      <a:schemeClr val="dk1"/>
                    </a:solidFill>
                    <a:latin typeface="Calibri"/>
                    <a:ea typeface="Calibri"/>
                    <a:cs typeface="Calibri"/>
                    <a:sym typeface="Calibri"/>
                  </a:endParaRPr>
                </a:p>
                <a:p>
                  <a:pPr marL="457200" lvl="0" indent="-412750" algn="l" rtl="0">
                    <a:lnSpc>
                      <a:spcPct val="115000"/>
                    </a:lnSpc>
                    <a:spcBef>
                      <a:spcPts val="0"/>
                    </a:spcBef>
                    <a:spcAft>
                      <a:spcPts val="0"/>
                    </a:spcAft>
                    <a:buClr>
                      <a:schemeClr val="dk1"/>
                    </a:buClr>
                    <a:buSzPts val="2900"/>
                    <a:buFont typeface="Calibri"/>
                    <a:buAutoNum type="arabicPeriod"/>
                  </a:pPr>
                  <a:r>
                    <a:rPr lang="en-CA" sz="2900" b="1">
                      <a:solidFill>
                        <a:schemeClr val="dk1"/>
                      </a:solidFill>
                      <a:latin typeface="Calibri"/>
                      <a:ea typeface="Calibri"/>
                      <a:cs typeface="Calibri"/>
                      <a:sym typeface="Calibri"/>
                    </a:rPr>
                    <a:t>Handle timing differences between the learner and reference</a:t>
                  </a:r>
                  <a:r>
                    <a:rPr lang="en-CA" sz="2900">
                      <a:solidFill>
                        <a:schemeClr val="dk1"/>
                      </a:solidFill>
                      <a:latin typeface="Calibri"/>
                      <a:ea typeface="Calibri"/>
                      <a:cs typeface="Calibri"/>
                      <a:sym typeface="Calibri"/>
                    </a:rPr>
                    <a:t> by aligning motion sequences over time rather than comparing frames one-to-one.</a:t>
                  </a:r>
                  <a:endParaRPr sz="2900">
                    <a:solidFill>
                      <a:schemeClr val="dk1"/>
                    </a:solidFill>
                    <a:latin typeface="Calibri"/>
                    <a:ea typeface="Calibri"/>
                    <a:cs typeface="Calibri"/>
                    <a:sym typeface="Calibri"/>
                  </a:endParaRPr>
                </a:p>
                <a:p>
                  <a:pPr marL="457200" lvl="0" indent="-412750" algn="l" rtl="0">
                    <a:lnSpc>
                      <a:spcPct val="115000"/>
                    </a:lnSpc>
                    <a:spcBef>
                      <a:spcPts val="0"/>
                    </a:spcBef>
                    <a:spcAft>
                      <a:spcPts val="0"/>
                    </a:spcAft>
                    <a:buClr>
                      <a:schemeClr val="dk1"/>
                    </a:buClr>
                    <a:buSzPts val="2900"/>
                    <a:buFont typeface="Calibri"/>
                    <a:buAutoNum type="arabicPeriod"/>
                  </a:pPr>
                  <a:r>
                    <a:rPr lang="en-CA" sz="2900" b="1">
                      <a:solidFill>
                        <a:schemeClr val="dk1"/>
                      </a:solidFill>
                      <a:latin typeface="Calibri"/>
                      <a:ea typeface="Calibri"/>
                      <a:cs typeface="Calibri"/>
                      <a:sym typeface="Calibri"/>
                    </a:rPr>
                    <a:t>Detect movement errors and similarity patterns</a:t>
                  </a:r>
                  <a:r>
                    <a:rPr lang="en-CA" sz="2900">
                      <a:solidFill>
                        <a:schemeClr val="dk1"/>
                      </a:solidFill>
                      <a:latin typeface="Calibri"/>
                      <a:ea typeface="Calibri"/>
                      <a:cs typeface="Calibri"/>
                      <a:sym typeface="Calibri"/>
                    </a:rPr>
                    <a:t> using both temporal modeling with LSTM and direct embedding-based cosine similarity.</a:t>
                  </a:r>
                  <a:endParaRPr sz="2900">
                    <a:solidFill>
                      <a:schemeClr val="dk1"/>
                    </a:solidFill>
                    <a:latin typeface="Calibri"/>
                    <a:ea typeface="Calibri"/>
                    <a:cs typeface="Calibri"/>
                    <a:sym typeface="Calibri"/>
                  </a:endParaRPr>
                </a:p>
                <a:p>
                  <a:pPr marL="457200" lvl="0" indent="-412750" algn="l" rtl="0">
                    <a:lnSpc>
                      <a:spcPct val="115000"/>
                    </a:lnSpc>
                    <a:spcBef>
                      <a:spcPts val="0"/>
                    </a:spcBef>
                    <a:spcAft>
                      <a:spcPts val="0"/>
                    </a:spcAft>
                    <a:buClr>
                      <a:schemeClr val="dk1"/>
                    </a:buClr>
                    <a:buSzPts val="2900"/>
                    <a:buFont typeface="Calibri"/>
                    <a:buAutoNum type="arabicPeriod"/>
                  </a:pPr>
                  <a:r>
                    <a:rPr lang="en-CA" sz="2900" b="1">
                      <a:solidFill>
                        <a:schemeClr val="dk1"/>
                      </a:solidFill>
                      <a:latin typeface="Calibri"/>
                      <a:ea typeface="Calibri"/>
                      <a:cs typeface="Calibri"/>
                      <a:sym typeface="Calibri"/>
                    </a:rPr>
                    <a:t>Fuse outputs from multiple models</a:t>
                  </a:r>
                  <a:r>
                    <a:rPr lang="en-CA" sz="2900">
                      <a:solidFill>
                        <a:schemeClr val="dk1"/>
                      </a:solidFill>
                      <a:latin typeface="Calibri"/>
                      <a:ea typeface="Calibri"/>
                      <a:cs typeface="Calibri"/>
                      <a:sym typeface="Calibri"/>
                    </a:rPr>
                    <a:t> into an interpretable final performance score, timestamped error segments, similarity curves, and actionable body-part feedback.</a:t>
                  </a:r>
                  <a:endParaRPr sz="2900" b="1">
                    <a:solidFill>
                      <a:schemeClr val="dk1"/>
                    </a:solidFill>
                    <a:latin typeface="Calibri"/>
                    <a:ea typeface="Calibri"/>
                    <a:cs typeface="Calibri"/>
                    <a:sym typeface="Calibri"/>
                  </a:endParaRPr>
                </a:p>
              </p:txBody>
            </p:sp>
          </p:grpSp>
          <p:grpSp>
            <p:nvGrpSpPr>
              <p:cNvPr id="118" name="Google Shape;118;p13"/>
              <p:cNvGrpSpPr/>
              <p:nvPr/>
            </p:nvGrpSpPr>
            <p:grpSpPr>
              <a:xfrm>
                <a:off x="13599576" y="3810251"/>
                <a:ext cx="12609666" cy="6088504"/>
                <a:chOff x="13500586" y="3780348"/>
                <a:chExt cx="12609666" cy="6088504"/>
              </a:xfrm>
            </p:grpSpPr>
            <p:sp>
              <p:nvSpPr>
                <p:cNvPr id="119" name="Google Shape;119;p13"/>
                <p:cNvSpPr txBox="1"/>
                <p:nvPr/>
              </p:nvSpPr>
              <p:spPr>
                <a:xfrm>
                  <a:off x="20331052" y="4888649"/>
                  <a:ext cx="5779200" cy="643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3200" b="1">
                    <a:solidFill>
                      <a:schemeClr val="dk1"/>
                    </a:solidFill>
                    <a:latin typeface="Calibri"/>
                    <a:ea typeface="Calibri"/>
                    <a:cs typeface="Calibri"/>
                    <a:sym typeface="Calibri"/>
                  </a:endParaRPr>
                </a:p>
              </p:txBody>
            </p:sp>
            <p:sp>
              <p:nvSpPr>
                <p:cNvPr id="120" name="Google Shape;120;p13"/>
                <p:cNvSpPr txBox="1"/>
                <p:nvPr/>
              </p:nvSpPr>
              <p:spPr>
                <a:xfrm>
                  <a:off x="13729356" y="4890952"/>
                  <a:ext cx="6464100" cy="4977900"/>
                </a:xfrm>
                <a:prstGeom prst="rect">
                  <a:avLst/>
                </a:prstGeom>
                <a:noFill/>
                <a:ln>
                  <a:noFill/>
                </a:ln>
              </p:spPr>
              <p:txBody>
                <a:bodyPr spcFirstLastPara="1" wrap="square" lIns="91425" tIns="45700" rIns="91425" bIns="45700" anchor="t" anchorCtr="0">
                  <a:spAutoFit/>
                </a:bodyPr>
                <a:lstStyle/>
                <a:p>
                  <a:pPr marL="457200" lvl="0" indent="-431800" algn="l" rtl="0">
                    <a:spcBef>
                      <a:spcPts val="0"/>
                    </a:spcBef>
                    <a:spcAft>
                      <a:spcPts val="0"/>
                    </a:spcAft>
                    <a:buClr>
                      <a:schemeClr val="dk1"/>
                    </a:buClr>
                    <a:buSzPts val="3200"/>
                    <a:buFont typeface="Calibri"/>
                    <a:buChar char="-"/>
                  </a:pPr>
                  <a:r>
                    <a:rPr lang="en-CA" sz="3200" b="1">
                      <a:solidFill>
                        <a:schemeClr val="dk1"/>
                      </a:solidFill>
                      <a:latin typeface="Calibri"/>
                      <a:ea typeface="Calibri"/>
                      <a:cs typeface="Calibri"/>
                      <a:sym typeface="Calibri"/>
                    </a:rPr>
                    <a:t>Compare a learner’s dance video to a reference video.</a:t>
                  </a:r>
                  <a:endParaRPr sz="3200" b="1">
                    <a:solidFill>
                      <a:schemeClr val="dk1"/>
                    </a:solidFill>
                    <a:latin typeface="Calibri"/>
                    <a:ea typeface="Calibri"/>
                    <a:cs typeface="Calibri"/>
                    <a:sym typeface="Calibri"/>
                  </a:endParaRPr>
                </a:p>
                <a:p>
                  <a:pPr marL="457200" lvl="0" indent="-431800" algn="l" rtl="0">
                    <a:spcBef>
                      <a:spcPts val="0"/>
                    </a:spcBef>
                    <a:spcAft>
                      <a:spcPts val="0"/>
                    </a:spcAft>
                    <a:buClr>
                      <a:schemeClr val="dk1"/>
                    </a:buClr>
                    <a:buSzPts val="3200"/>
                    <a:buFont typeface="Calibri"/>
                    <a:buChar char="-"/>
                  </a:pPr>
                  <a:r>
                    <a:rPr lang="en-CA" sz="3200" b="1">
                      <a:solidFill>
                        <a:schemeClr val="dk1"/>
                      </a:solidFill>
                      <a:latin typeface="Calibri"/>
                      <a:ea typeface="Calibri"/>
                      <a:cs typeface="Calibri"/>
                      <a:sym typeface="Calibri"/>
                    </a:rPr>
                    <a:t>Align motions even if timing is different.</a:t>
                  </a:r>
                  <a:endParaRPr sz="3200" b="1">
                    <a:solidFill>
                      <a:schemeClr val="dk1"/>
                    </a:solidFill>
                    <a:latin typeface="Calibri"/>
                    <a:ea typeface="Calibri"/>
                    <a:cs typeface="Calibri"/>
                    <a:sym typeface="Calibri"/>
                  </a:endParaRPr>
                </a:p>
                <a:p>
                  <a:pPr marL="457200" lvl="0" indent="-431800" algn="l" rtl="0">
                    <a:spcBef>
                      <a:spcPts val="0"/>
                    </a:spcBef>
                    <a:spcAft>
                      <a:spcPts val="0"/>
                    </a:spcAft>
                    <a:buClr>
                      <a:schemeClr val="dk1"/>
                    </a:buClr>
                    <a:buSzPts val="3200"/>
                    <a:buFont typeface="Calibri"/>
                    <a:buChar char="-"/>
                  </a:pPr>
                  <a:r>
                    <a:rPr lang="en-CA" sz="3200" b="1">
                      <a:solidFill>
                        <a:schemeClr val="dk1"/>
                      </a:solidFill>
                      <a:latin typeface="Calibri"/>
                      <a:ea typeface="Calibri"/>
                      <a:cs typeface="Calibri"/>
                      <a:sym typeface="Calibri"/>
                    </a:rPr>
                    <a:t>Identify which body parts deviate most.</a:t>
                  </a:r>
                  <a:endParaRPr sz="3200" b="1">
                    <a:solidFill>
                      <a:schemeClr val="dk1"/>
                    </a:solidFill>
                    <a:latin typeface="Calibri"/>
                    <a:ea typeface="Calibri"/>
                    <a:cs typeface="Calibri"/>
                    <a:sym typeface="Calibri"/>
                  </a:endParaRPr>
                </a:p>
                <a:p>
                  <a:pPr marL="457200" lvl="0" indent="-431800" algn="l" rtl="0">
                    <a:spcBef>
                      <a:spcPts val="0"/>
                    </a:spcBef>
                    <a:spcAft>
                      <a:spcPts val="0"/>
                    </a:spcAft>
                    <a:buClr>
                      <a:schemeClr val="dk1"/>
                    </a:buClr>
                    <a:buSzPts val="3200"/>
                    <a:buFont typeface="Calibri"/>
                    <a:buChar char="-"/>
                  </a:pPr>
                  <a:r>
                    <a:rPr lang="en-CA" sz="3200" b="1">
                      <a:solidFill>
                        <a:schemeClr val="dk1"/>
                      </a:solidFill>
                      <a:latin typeface="Calibri"/>
                      <a:ea typeface="Calibri"/>
                      <a:cs typeface="Calibri"/>
                      <a:sym typeface="Calibri"/>
                    </a:rPr>
                    <a:t>Give clear feedback on where and when mistakes happen.</a:t>
                  </a:r>
                  <a:endParaRPr sz="1100">
                    <a:solidFill>
                      <a:schemeClr val="dk1"/>
                    </a:solidFill>
                    <a:latin typeface="Calibri"/>
                    <a:ea typeface="Calibri"/>
                    <a:cs typeface="Calibri"/>
                    <a:sym typeface="Calibri"/>
                  </a:endParaRPr>
                </a:p>
                <a:p>
                  <a:pPr marL="0" marR="0" lvl="0" indent="0" algn="l" rtl="0">
                    <a:spcBef>
                      <a:spcPts val="0"/>
                    </a:spcBef>
                    <a:spcAft>
                      <a:spcPts val="0"/>
                    </a:spcAft>
                    <a:buNone/>
                  </a:pPr>
                  <a:endParaRPr sz="3200" b="1">
                    <a:solidFill>
                      <a:schemeClr val="dk1"/>
                    </a:solidFill>
                    <a:latin typeface="Calibri"/>
                    <a:ea typeface="Calibri"/>
                    <a:cs typeface="Calibri"/>
                    <a:sym typeface="Calibri"/>
                  </a:endParaRPr>
                </a:p>
              </p:txBody>
            </p:sp>
            <p:sp>
              <p:nvSpPr>
                <p:cNvPr id="121" name="Google Shape;121;p13"/>
                <p:cNvSpPr txBox="1"/>
                <p:nvPr/>
              </p:nvSpPr>
              <p:spPr>
                <a:xfrm>
                  <a:off x="13500586" y="3780348"/>
                  <a:ext cx="11713500" cy="959100"/>
                </a:xfrm>
                <a:prstGeom prst="rect">
                  <a:avLst/>
                </a:prstGeom>
                <a:solidFill>
                  <a:srgbClr val="E7312D"/>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4364"/>
                    <a:buFont typeface="Open Sans"/>
                    <a:buNone/>
                  </a:pPr>
                  <a:r>
                    <a:rPr lang="en-CA" sz="4365" b="1" u="none">
                      <a:solidFill>
                        <a:schemeClr val="lt1"/>
                      </a:solidFill>
                      <a:latin typeface="Calibri"/>
                      <a:ea typeface="Calibri"/>
                      <a:cs typeface="Calibri"/>
                      <a:sym typeface="Calibri"/>
                    </a:rPr>
                    <a:t>Define the problem</a:t>
                  </a:r>
                  <a:endParaRPr>
                    <a:latin typeface="Calibri"/>
                    <a:ea typeface="Calibri"/>
                    <a:cs typeface="Calibri"/>
                    <a:sym typeface="Calibri"/>
                  </a:endParaRPr>
                </a:p>
              </p:txBody>
            </p:sp>
          </p:grpSp>
        </p:grpSp>
      </p:grpSp>
      <p:sp>
        <p:nvSpPr>
          <p:cNvPr id="122" name="Google Shape;122;p13"/>
          <p:cNvSpPr txBox="1"/>
          <p:nvPr/>
        </p:nvSpPr>
        <p:spPr>
          <a:xfrm>
            <a:off x="22868925" y="10204339"/>
            <a:ext cx="13245900" cy="932100"/>
          </a:xfrm>
          <a:prstGeom prst="rect">
            <a:avLst/>
          </a:prstGeom>
          <a:solidFill>
            <a:srgbClr val="E7312D"/>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4364"/>
              <a:buFont typeface="Open Sans"/>
              <a:buNone/>
            </a:pPr>
            <a:r>
              <a:rPr lang="en-CA" sz="4365" b="1">
                <a:solidFill>
                  <a:schemeClr val="lt1"/>
                </a:solidFill>
                <a:latin typeface="Open Sans"/>
                <a:ea typeface="Open Sans"/>
                <a:cs typeface="Open Sans"/>
                <a:sym typeface="Open Sans"/>
              </a:rPr>
              <a:t>Pipeline</a:t>
            </a:r>
            <a:endParaRPr lang="en-CA" sz="4365" b="1">
              <a:solidFill>
                <a:schemeClr val="lt1"/>
              </a:solidFill>
              <a:latin typeface="Open Sans"/>
              <a:ea typeface="Open Sans"/>
              <a:cs typeface="Open Sans"/>
              <a:sym typeface="Open Sans"/>
            </a:endParaRPr>
          </a:p>
        </p:txBody>
      </p:sp>
      <p:pic>
        <p:nvPicPr>
          <p:cNvPr id="123" name="Google Shape;123;p13"/>
          <p:cNvPicPr preferRelativeResize="0"/>
          <p:nvPr/>
        </p:nvPicPr>
        <p:blipFill>
          <a:blip r:embed="rId4"/>
          <a:stretch>
            <a:fillRect/>
          </a:stretch>
        </p:blipFill>
        <p:spPr>
          <a:xfrm>
            <a:off x="8924625" y="22978704"/>
            <a:ext cx="7629327" cy="4033075"/>
          </a:xfrm>
          <a:prstGeom prst="rect">
            <a:avLst/>
          </a:prstGeom>
          <a:solidFill>
            <a:srgbClr val="F9F6EF"/>
          </a:solidFill>
          <a:ln>
            <a:noFill/>
          </a:ln>
        </p:spPr>
      </p:pic>
      <p:pic>
        <p:nvPicPr>
          <p:cNvPr id="124" name="Google Shape;124;p13"/>
          <p:cNvPicPr preferRelativeResize="0"/>
          <p:nvPr/>
        </p:nvPicPr>
        <p:blipFill>
          <a:blip r:embed="rId5"/>
          <a:stretch>
            <a:fillRect/>
          </a:stretch>
        </p:blipFill>
        <p:spPr>
          <a:xfrm>
            <a:off x="8924625" y="19000004"/>
            <a:ext cx="7629326" cy="3648375"/>
          </a:xfrm>
          <a:prstGeom prst="rect">
            <a:avLst/>
          </a:prstGeom>
          <a:solidFill>
            <a:srgbClr val="F9F6EF"/>
          </a:solidFill>
          <a:ln>
            <a:noFill/>
          </a:ln>
        </p:spPr>
      </p:pic>
      <p:pic>
        <p:nvPicPr>
          <p:cNvPr id="125" name="Google Shape;125;p13" title="Screenshot 2026-05-04 at 12.35.15.png"/>
          <p:cNvPicPr preferRelativeResize="0"/>
          <p:nvPr/>
        </p:nvPicPr>
        <p:blipFill>
          <a:blip r:embed="rId6"/>
          <a:stretch>
            <a:fillRect/>
          </a:stretch>
        </p:blipFill>
        <p:spPr>
          <a:xfrm>
            <a:off x="460875" y="18977954"/>
            <a:ext cx="8240824" cy="2032025"/>
          </a:xfrm>
          <a:prstGeom prst="rect">
            <a:avLst/>
          </a:prstGeom>
          <a:noFill/>
          <a:ln>
            <a:noFill/>
          </a:ln>
        </p:spPr>
      </p:pic>
      <p:pic>
        <p:nvPicPr>
          <p:cNvPr id="126" name="Google Shape;126;p13" title="Screenshot 2026-05-04 at 12.33.58.png"/>
          <p:cNvPicPr preferRelativeResize="0"/>
          <p:nvPr/>
        </p:nvPicPr>
        <p:blipFill>
          <a:blip r:embed="rId7"/>
          <a:stretch>
            <a:fillRect/>
          </a:stretch>
        </p:blipFill>
        <p:spPr>
          <a:xfrm>
            <a:off x="460875" y="21350929"/>
            <a:ext cx="8240824" cy="2592900"/>
          </a:xfrm>
          <a:prstGeom prst="rect">
            <a:avLst/>
          </a:prstGeom>
          <a:noFill/>
          <a:ln>
            <a:noFill/>
          </a:ln>
        </p:spPr>
      </p:pic>
      <p:pic>
        <p:nvPicPr>
          <p:cNvPr id="127" name="Google Shape;127;p13" title="Screenshot 2026-05-04 at 12.46.38 PM.png"/>
          <p:cNvPicPr preferRelativeResize="0"/>
          <p:nvPr/>
        </p:nvPicPr>
        <p:blipFill>
          <a:blip r:embed="rId8"/>
          <a:stretch>
            <a:fillRect/>
          </a:stretch>
        </p:blipFill>
        <p:spPr>
          <a:xfrm>
            <a:off x="460875" y="24303742"/>
            <a:ext cx="8240824" cy="2708038"/>
          </a:xfrm>
          <a:prstGeom prst="rect">
            <a:avLst/>
          </a:prstGeom>
          <a:noFill/>
          <a:ln>
            <a:noFill/>
          </a:ln>
        </p:spPr>
      </p:pic>
      <p:pic>
        <p:nvPicPr>
          <p:cNvPr id="128" name="Google Shape;128;p13" title="poster_old_gnn_multi_similarity.png"/>
          <p:cNvPicPr preferRelativeResize="0"/>
          <p:nvPr/>
        </p:nvPicPr>
        <p:blipFill>
          <a:blip r:embed="rId9"/>
          <a:stretch>
            <a:fillRect/>
          </a:stretch>
        </p:blipFill>
        <p:spPr>
          <a:xfrm>
            <a:off x="16776875" y="19103554"/>
            <a:ext cx="5861827" cy="3441275"/>
          </a:xfrm>
          <a:prstGeom prst="rect">
            <a:avLst/>
          </a:prstGeom>
          <a:noFill/>
          <a:ln>
            <a:noFill/>
          </a:ln>
        </p:spPr>
      </p:pic>
      <p:sp>
        <p:nvSpPr>
          <p:cNvPr id="129" name="Google Shape;129;p13"/>
          <p:cNvSpPr txBox="1"/>
          <p:nvPr/>
        </p:nvSpPr>
        <p:spPr>
          <a:xfrm>
            <a:off x="9508300" y="19735125"/>
            <a:ext cx="384300" cy="307800"/>
          </a:xfrm>
          <a:prstGeom prst="rect">
            <a:avLst/>
          </a:prstGeom>
          <a:noFill/>
          <a:ln>
            <a:noFill/>
          </a:ln>
        </p:spPr>
        <p:txBody>
          <a:bodyPr spcFirstLastPara="1" wrap="square" lIns="91425" tIns="91425" rIns="91425" bIns="91425" anchor="t" anchorCtr="0">
            <a:noAutofit/>
          </a:bodyPr>
          <a:lstStyle/>
          <a:p>
            <a:pPr marL="457200" lvl="0" indent="0" algn="l" rtl="0">
              <a:spcBef>
                <a:spcPts val="0"/>
              </a:spcBef>
              <a:spcAft>
                <a:spcPts val="0"/>
              </a:spcAft>
              <a:buNone/>
            </a:pPr>
            <a:endParaRPr sz="1500">
              <a:solidFill>
                <a:schemeClr val="dk1"/>
              </a:solidFill>
              <a:latin typeface="Calibri"/>
              <a:ea typeface="Calibri"/>
              <a:cs typeface="Calibri"/>
              <a:sym typeface="Calibri"/>
            </a:endParaRPr>
          </a:p>
        </p:txBody>
      </p:sp>
      <p:pic>
        <p:nvPicPr>
          <p:cNvPr id="130" name="Google Shape;130;p13" title="Screenshot 2026-05-04 at 1.27.33 PM.png"/>
          <p:cNvPicPr preferRelativeResize="0"/>
          <p:nvPr/>
        </p:nvPicPr>
        <p:blipFill>
          <a:blip r:embed="rId10"/>
          <a:stretch>
            <a:fillRect/>
          </a:stretch>
        </p:blipFill>
        <p:spPr>
          <a:xfrm>
            <a:off x="16776875" y="22978704"/>
            <a:ext cx="5861825" cy="4033075"/>
          </a:xfrm>
          <a:prstGeom prst="rect">
            <a:avLst/>
          </a:prstGeom>
          <a:noFill/>
          <a:ln>
            <a:noFill/>
          </a:ln>
        </p:spPr>
      </p:pic>
      <p:pic>
        <p:nvPicPr>
          <p:cNvPr id="131" name="Google Shape;131;p13" title="IMG_8455.jpg"/>
          <p:cNvPicPr preferRelativeResize="0"/>
          <p:nvPr/>
        </p:nvPicPr>
        <p:blipFill>
          <a:blip r:embed="rId11"/>
          <a:stretch>
            <a:fillRect/>
          </a:stretch>
        </p:blipFill>
        <p:spPr>
          <a:xfrm>
            <a:off x="7359050" y="4624800"/>
            <a:ext cx="4682802" cy="2694249"/>
          </a:xfrm>
          <a:prstGeom prst="rect">
            <a:avLst/>
          </a:prstGeom>
          <a:noFill/>
          <a:ln>
            <a:noFill/>
          </a:ln>
        </p:spPr>
      </p:pic>
      <p:pic>
        <p:nvPicPr>
          <p:cNvPr id="132" name="Google Shape;132;p13"/>
          <p:cNvPicPr preferRelativeResize="0"/>
          <p:nvPr/>
        </p:nvPicPr>
        <p:blipFill>
          <a:blip r:embed="rId12"/>
          <a:stretch>
            <a:fillRect/>
          </a:stretch>
        </p:blipFill>
        <p:spPr>
          <a:xfrm>
            <a:off x="7359050" y="7325550"/>
            <a:ext cx="4682799" cy="2715326"/>
          </a:xfrm>
          <a:prstGeom prst="rect">
            <a:avLst/>
          </a:prstGeom>
          <a:solidFill>
            <a:srgbClr val="EFECE5"/>
          </a:solidFill>
          <a:ln>
            <a:noFill/>
          </a:ln>
        </p:spPr>
      </p:pic>
      <p:pic>
        <p:nvPicPr>
          <p:cNvPr id="133" name="Google Shape;133;p13"/>
          <p:cNvPicPr preferRelativeResize="0"/>
          <p:nvPr/>
        </p:nvPicPr>
        <p:blipFill>
          <a:blip r:embed="rId13"/>
          <a:stretch>
            <a:fillRect/>
          </a:stretch>
        </p:blipFill>
        <p:spPr>
          <a:xfrm>
            <a:off x="23951700" y="11232775"/>
            <a:ext cx="11080351" cy="13904248"/>
          </a:xfrm>
          <a:prstGeom prst="rect">
            <a:avLst/>
          </a:prstGeom>
          <a:solidFill>
            <a:srgbClr val="EFECE5"/>
          </a:solidFill>
          <a:ln>
            <a:noFill/>
          </a:ln>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3824</Words>
  <Application>WPS Presentation</Application>
  <PresentationFormat/>
  <Paragraphs>62</Paragraphs>
  <Slides>1</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vt:i4>
      </vt:variant>
    </vt:vector>
  </HeadingPairs>
  <TitlesOfParts>
    <vt:vector size="13" baseType="lpstr">
      <vt:lpstr>Arial</vt:lpstr>
      <vt:lpstr>宋体</vt:lpstr>
      <vt:lpstr>Wingdings</vt:lpstr>
      <vt:lpstr>Arial</vt:lpstr>
      <vt:lpstr>Calibri</vt:lpstr>
      <vt:lpstr>Helvetica Neue</vt:lpstr>
      <vt:lpstr>Open Sans</vt:lpstr>
      <vt:lpstr>微软雅黑</vt:lpstr>
      <vt:lpstr>汉仪旗黑</vt:lpstr>
      <vt:lpstr>宋体</vt:lpstr>
      <vt:lpstr>Arial Unicode MS</vt:lpstr>
      <vt:lpstr>Office Theme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Itachi_</cp:lastModifiedBy>
  <cp:revision>1</cp:revision>
  <dcterms:created xsi:type="dcterms:W3CDTF">2026-05-07T06:24:07Z</dcterms:created>
  <dcterms:modified xsi:type="dcterms:W3CDTF">2026-05-07T06:24:07Z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85118F86D1732E0C0730FC6988416750_43</vt:lpwstr>
  </property>
  <property fmtid="{D5CDD505-2E9C-101B-9397-08002B2CF9AE}" pid="3" name="KSOProductBuildVer">
    <vt:lpwstr>1033-6.8.2.8850</vt:lpwstr>
  </property>
</Properties>
</file>